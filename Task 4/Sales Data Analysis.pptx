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spPr>
            <a:ln w="25400" cap="flat">
              <a:solidFill>
                <a:srgbClr val="97CAD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97CADB"/>
              </a:solidFill>
              <a:ln w="9525" cap="flat">
                <a:solidFill>
                  <a:srgbClr val="97CAD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1.6</c:v>
                </c:pt>
                <c:pt idx="1">
                  <c:v>2.2000000000000002</c:v>
                </c:pt>
                <c:pt idx="2">
                  <c:v>1.9</c:v>
                </c:pt>
                <c:pt idx="3">
                  <c:v>2.6</c:v>
                </c:pt>
                <c:pt idx="4">
                  <c:v>2.2999999999999998</c:v>
                </c:pt>
                <c:pt idx="5">
                  <c:v>3</c:v>
                </c:pt>
                <c:pt idx="6">
                  <c:v>2.6999999999999997</c:v>
                </c:pt>
                <c:pt idx="7">
                  <c:v>3.4</c:v>
                </c:pt>
                <c:pt idx="8">
                  <c:v>3.1</c:v>
                </c:pt>
                <c:pt idx="9">
                  <c:v>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78-4745-88FB-B4390457E3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01B4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US" sz="1200" b="1" i="0" u="none" strike="noStrike">
                <a:solidFill>
                  <a:srgbClr val="02457A"/>
                </a:solidFill>
                <a:latin typeface="Calibri"/>
              </a:rPr>
              <a:t>Total Sales by Month (₹ Million)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ln w="38100" cap="flat">
              <a:solidFill>
                <a:srgbClr val="018AB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18ABE"/>
              </a:solidFill>
              <a:ln w="9525" cap="flat">
                <a:solidFill>
                  <a:srgbClr val="018ABE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10.91</c:v>
                </c:pt>
                <c:pt idx="1">
                  <c:v>11.51</c:v>
                </c:pt>
                <c:pt idx="2">
                  <c:v>13.06</c:v>
                </c:pt>
                <c:pt idx="3">
                  <c:v>12.22</c:v>
                </c:pt>
                <c:pt idx="4">
                  <c:v>10.98</c:v>
                </c:pt>
                <c:pt idx="5">
                  <c:v>12.91</c:v>
                </c:pt>
                <c:pt idx="6">
                  <c:v>11.75</c:v>
                </c:pt>
                <c:pt idx="7">
                  <c:v>9.4499999999999993</c:v>
                </c:pt>
                <c:pt idx="8">
                  <c:v>9.18</c:v>
                </c:pt>
                <c:pt idx="9">
                  <c:v>12.5</c:v>
                </c:pt>
                <c:pt idx="10">
                  <c:v>12.63</c:v>
                </c:pt>
                <c:pt idx="11">
                  <c:v>12.3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6C-4FE7-AD62-DA6A570501F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8"/>
        </c:scaling>
        <c:delete val="0"/>
        <c:axPos val="l"/>
        <c:majorGridlines>
          <c:spPr>
            <a:ln w="6350" cap="flat">
              <a:solidFill>
                <a:srgbClr val="D6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02457A"/>
                </a:solidFill>
                <a:latin typeface="Calibri"/>
              </a:rPr>
              <a:t>Monthly Sales (₹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457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</c:v>
                </c:pt>
                <c:pt idx="1">
                  <c:v>11.5</c:v>
                </c:pt>
                <c:pt idx="2">
                  <c:v>13.1</c:v>
                </c:pt>
                <c:pt idx="3">
                  <c:v>12.2</c:v>
                </c:pt>
                <c:pt idx="4">
                  <c:v>11</c:v>
                </c:pt>
                <c:pt idx="5">
                  <c:v>12.9</c:v>
                </c:pt>
                <c:pt idx="6">
                  <c:v>11.7</c:v>
                </c:pt>
                <c:pt idx="7">
                  <c:v>9.4</c:v>
                </c:pt>
                <c:pt idx="8">
                  <c:v>9.1999999999999993</c:v>
                </c:pt>
                <c:pt idx="9">
                  <c:v>12.5</c:v>
                </c:pt>
                <c:pt idx="10">
                  <c:v>12.6</c:v>
                </c:pt>
                <c:pt idx="11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0-4A75-A6E3-7480EFF9B4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02457A"/>
                </a:solidFill>
                <a:latin typeface="Calibri"/>
              </a:rPr>
              <a:t>Monthly Orders (count)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018AB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18ABE"/>
              </a:solidFill>
              <a:ln w="9525" cap="flat">
                <a:solidFill>
                  <a:srgbClr val="018AB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</c:v>
                </c:pt>
                <c:pt idx="1">
                  <c:v>86</c:v>
                </c:pt>
                <c:pt idx="2">
                  <c:v>89</c:v>
                </c:pt>
                <c:pt idx="3">
                  <c:v>80</c:v>
                </c:pt>
                <c:pt idx="4">
                  <c:v>85</c:v>
                </c:pt>
                <c:pt idx="5">
                  <c:v>83</c:v>
                </c:pt>
                <c:pt idx="6">
                  <c:v>83</c:v>
                </c:pt>
                <c:pt idx="7">
                  <c:v>75</c:v>
                </c:pt>
                <c:pt idx="8">
                  <c:v>79</c:v>
                </c:pt>
                <c:pt idx="9">
                  <c:v>84</c:v>
                </c:pt>
                <c:pt idx="10">
                  <c:v>77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6D-4C95-BF93-7850B009138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60"/>
        </c:scaling>
        <c:delete val="0"/>
        <c:axPos val="l"/>
        <c:majorGridlines>
          <c:spPr>
            <a:ln w="6350" cap="flat">
              <a:solidFill>
                <a:srgbClr val="D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US" sz="1200" b="1" i="0" u="none" strike="noStrike">
                <a:solidFill>
                  <a:srgbClr val="02457A"/>
                </a:solidFill>
                <a:latin typeface="Calibri"/>
              </a:rPr>
              <a:t>Top 5 Products by Total Sales (₹ Million)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18A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25.44</c:v>
                </c:pt>
                <c:pt idx="1">
                  <c:v>25.34</c:v>
                </c:pt>
                <c:pt idx="2">
                  <c:v>25.03</c:v>
                </c:pt>
                <c:pt idx="3">
                  <c:v>22.23</c:v>
                </c:pt>
                <c:pt idx="4">
                  <c:v>21.52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DB-42B5-9577-296CC2DC0E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US" sz="1200" b="1" i="0" u="none" strike="noStrike">
                <a:solidFill>
                  <a:srgbClr val="02457A"/>
                </a:solidFill>
                <a:latin typeface="Calibri"/>
              </a:rPr>
              <a:t>Total Sales by Category (₹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457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50.78</c:v>
                </c:pt>
                <c:pt idx="1">
                  <c:v>25.03</c:v>
                </c:pt>
                <c:pt idx="2">
                  <c:v>22.23</c:v>
                </c:pt>
                <c:pt idx="3">
                  <c:v>21.52</c:v>
                </c:pt>
                <c:pt idx="4">
                  <c:v>19.84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7-448D-B45C-64DC4E3572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02457A"/>
                </a:solidFill>
                <a:latin typeface="Calibri"/>
              </a:rPr>
              <a:t>Average Unit Price (₹)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 Price</c:v>
                </c:pt>
              </c:strCache>
            </c:strRef>
          </c:tx>
          <c:spPr>
            <a:solidFill>
              <a:srgbClr val="018A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Grocery</c:v>
                </c:pt>
                <c:pt idx="1">
                  <c:v>Fashion</c:v>
                </c:pt>
                <c:pt idx="2">
                  <c:v>Furniture</c:v>
                </c:pt>
                <c:pt idx="3">
                  <c:v>Electronics</c:v>
                </c:pt>
                <c:pt idx="4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26360</c:v>
                </c:pt>
                <c:pt idx="1">
                  <c:v>25896</c:v>
                </c:pt>
                <c:pt idx="2">
                  <c:v>25789</c:v>
                </c:pt>
                <c:pt idx="3">
                  <c:v>25165</c:v>
                </c:pt>
                <c:pt idx="4">
                  <c:v>24747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6-4ABA-A706-15D9F2410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457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Hyderabad</c:v>
                </c:pt>
                <c:pt idx="5">
                  <c:v>Delhi</c:v>
                </c:pt>
                <c:pt idx="6">
                  <c:v>Pune</c:v>
                </c:pt>
                <c:pt idx="7">
                  <c:v>Gaya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19.29</c:v>
                </c:pt>
                <c:pt idx="1">
                  <c:v>18.88</c:v>
                </c:pt>
                <c:pt idx="2">
                  <c:v>18.77</c:v>
                </c:pt>
                <c:pt idx="3">
                  <c:v>18.760000000000002</c:v>
                </c:pt>
                <c:pt idx="4">
                  <c:v>17.170000000000002</c:v>
                </c:pt>
                <c:pt idx="5">
                  <c:v>16.100000000000001</c:v>
                </c:pt>
                <c:pt idx="6">
                  <c:v>14.51</c:v>
                </c:pt>
                <c:pt idx="7">
                  <c:v>14.38</c:v>
                </c:pt>
                <c:pt idx="8">
                  <c:v>1.54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8C-417D-92DB-3005D11DB0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US" sz="1200" b="1" i="0" u="none" strike="noStrike">
                <a:solidFill>
                  <a:srgbClr val="02457A"/>
                </a:solidFill>
                <a:latin typeface="Calibri"/>
              </a:rPr>
              <a:t>Sales by Age Group (₹M)  ·  (n) = orders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18AB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 (158)</c:v>
                </c:pt>
                <c:pt idx="1">
                  <c:v>26-35 (219)</c:v>
                </c:pt>
                <c:pt idx="2">
                  <c:v>36-45 (203)</c:v>
                </c:pt>
                <c:pt idx="3">
                  <c:v>46-55 (202)</c:v>
                </c:pt>
                <c:pt idx="4">
                  <c:v>56-65 (198)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22.3</c:v>
                </c:pt>
                <c:pt idx="1">
                  <c:v>29.6</c:v>
                </c:pt>
                <c:pt idx="2">
                  <c:v>28</c:v>
                </c:pt>
                <c:pt idx="3">
                  <c:v>28.2</c:v>
                </c:pt>
                <c:pt idx="4">
                  <c:v>27.7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41-4165-844F-47310042DA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US" sz="1200" b="1" i="0" u="none" strike="noStrike">
                <a:solidFill>
                  <a:srgbClr val="02457A"/>
                </a:solidFill>
                <a:latin typeface="Calibri"/>
              </a:rPr>
              <a:t>Unit Price (₹) vs Total Sales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3"/>
            <c:spPr>
              <a:solidFill>
                <a:srgbClr val="018ABE"/>
              </a:solidFill>
              <a:ln w="9525" cap="flat">
                <a:solidFill>
                  <a:srgbClr val="018ABE"/>
                </a:solidFill>
                <a:prstDash val="solid"/>
                <a:round/>
              </a:ln>
              <a:effectLst/>
            </c:spPr>
          </c:marker>
          <c:xVal>
            <c:numRef>
              <c:f>Sheet1!$A$2:$A$1001</c:f>
              <c:numCache>
                <c:formatCode>General</c:formatCode>
                <c:ptCount val="1000"/>
                <c:pt idx="0">
                  <c:v>2830</c:v>
                </c:pt>
                <c:pt idx="1">
                  <c:v>27906</c:v>
                </c:pt>
                <c:pt idx="2">
                  <c:v>37491</c:v>
                </c:pt>
                <c:pt idx="3">
                  <c:v>28541</c:v>
                </c:pt>
                <c:pt idx="4">
                  <c:v>14037</c:v>
                </c:pt>
                <c:pt idx="5">
                  <c:v>35947</c:v>
                </c:pt>
                <c:pt idx="6">
                  <c:v>49998</c:v>
                </c:pt>
                <c:pt idx="7">
                  <c:v>9489</c:v>
                </c:pt>
                <c:pt idx="8">
                  <c:v>19488</c:v>
                </c:pt>
                <c:pt idx="9">
                  <c:v>18024</c:v>
                </c:pt>
                <c:pt idx="10">
                  <c:v>14151</c:v>
                </c:pt>
                <c:pt idx="11">
                  <c:v>47175</c:v>
                </c:pt>
                <c:pt idx="12">
                  <c:v>7414</c:v>
                </c:pt>
                <c:pt idx="13">
                  <c:v>12043</c:v>
                </c:pt>
                <c:pt idx="14">
                  <c:v>25465</c:v>
                </c:pt>
                <c:pt idx="15">
                  <c:v>20111</c:v>
                </c:pt>
                <c:pt idx="16">
                  <c:v>40109</c:v>
                </c:pt>
                <c:pt idx="17">
                  <c:v>7281</c:v>
                </c:pt>
                <c:pt idx="18">
                  <c:v>6123</c:v>
                </c:pt>
                <c:pt idx="19">
                  <c:v>23770</c:v>
                </c:pt>
                <c:pt idx="20">
                  <c:v>2345</c:v>
                </c:pt>
                <c:pt idx="21">
                  <c:v>15396</c:v>
                </c:pt>
                <c:pt idx="22">
                  <c:v>31576</c:v>
                </c:pt>
                <c:pt idx="23">
                  <c:v>11127</c:v>
                </c:pt>
                <c:pt idx="24">
                  <c:v>36070</c:v>
                </c:pt>
                <c:pt idx="25">
                  <c:v>39414</c:v>
                </c:pt>
                <c:pt idx="26">
                  <c:v>23837</c:v>
                </c:pt>
                <c:pt idx="27">
                  <c:v>14535</c:v>
                </c:pt>
                <c:pt idx="28">
                  <c:v>21394</c:v>
                </c:pt>
                <c:pt idx="29">
                  <c:v>21382</c:v>
                </c:pt>
                <c:pt idx="30">
                  <c:v>15831</c:v>
                </c:pt>
                <c:pt idx="31">
                  <c:v>21792</c:v>
                </c:pt>
                <c:pt idx="32">
                  <c:v>17556</c:v>
                </c:pt>
                <c:pt idx="33">
                  <c:v>46823</c:v>
                </c:pt>
                <c:pt idx="34">
                  <c:v>47897</c:v>
                </c:pt>
                <c:pt idx="35">
                  <c:v>44911</c:v>
                </c:pt>
                <c:pt idx="36">
                  <c:v>40747</c:v>
                </c:pt>
                <c:pt idx="37">
                  <c:v>4794</c:v>
                </c:pt>
                <c:pt idx="38">
                  <c:v>29271</c:v>
                </c:pt>
                <c:pt idx="39">
                  <c:v>3993</c:v>
                </c:pt>
                <c:pt idx="40">
                  <c:v>44366</c:v>
                </c:pt>
                <c:pt idx="41">
                  <c:v>29916</c:v>
                </c:pt>
                <c:pt idx="42">
                  <c:v>16521</c:v>
                </c:pt>
                <c:pt idx="43">
                  <c:v>14399</c:v>
                </c:pt>
                <c:pt idx="44">
                  <c:v>1492</c:v>
                </c:pt>
                <c:pt idx="45">
                  <c:v>6210</c:v>
                </c:pt>
                <c:pt idx="46">
                  <c:v>47650</c:v>
                </c:pt>
                <c:pt idx="47">
                  <c:v>24854</c:v>
                </c:pt>
                <c:pt idx="48">
                  <c:v>30835</c:v>
                </c:pt>
                <c:pt idx="49">
                  <c:v>20562</c:v>
                </c:pt>
                <c:pt idx="50">
                  <c:v>49368</c:v>
                </c:pt>
                <c:pt idx="51">
                  <c:v>4656</c:v>
                </c:pt>
                <c:pt idx="52">
                  <c:v>42346</c:v>
                </c:pt>
                <c:pt idx="53">
                  <c:v>37747</c:v>
                </c:pt>
                <c:pt idx="54">
                  <c:v>33304</c:v>
                </c:pt>
                <c:pt idx="55">
                  <c:v>41157</c:v>
                </c:pt>
                <c:pt idx="56">
                  <c:v>47670</c:v>
                </c:pt>
                <c:pt idx="57">
                  <c:v>44708</c:v>
                </c:pt>
                <c:pt idx="58">
                  <c:v>36809</c:v>
                </c:pt>
                <c:pt idx="59">
                  <c:v>25293</c:v>
                </c:pt>
                <c:pt idx="60">
                  <c:v>29263</c:v>
                </c:pt>
                <c:pt idx="61">
                  <c:v>5680</c:v>
                </c:pt>
                <c:pt idx="62">
                  <c:v>46236</c:v>
                </c:pt>
                <c:pt idx="63">
                  <c:v>27164</c:v>
                </c:pt>
                <c:pt idx="64">
                  <c:v>8905</c:v>
                </c:pt>
                <c:pt idx="65">
                  <c:v>17407</c:v>
                </c:pt>
                <c:pt idx="66">
                  <c:v>27367</c:v>
                </c:pt>
                <c:pt idx="67">
                  <c:v>41283</c:v>
                </c:pt>
                <c:pt idx="68">
                  <c:v>13645</c:v>
                </c:pt>
                <c:pt idx="69">
                  <c:v>27338</c:v>
                </c:pt>
                <c:pt idx="70">
                  <c:v>29220</c:v>
                </c:pt>
                <c:pt idx="71">
                  <c:v>8573</c:v>
                </c:pt>
                <c:pt idx="72">
                  <c:v>45420</c:v>
                </c:pt>
                <c:pt idx="73">
                  <c:v>21599</c:v>
                </c:pt>
                <c:pt idx="74">
                  <c:v>8883</c:v>
                </c:pt>
                <c:pt idx="75">
                  <c:v>12290</c:v>
                </c:pt>
                <c:pt idx="76">
                  <c:v>10785</c:v>
                </c:pt>
                <c:pt idx="77">
                  <c:v>35862</c:v>
                </c:pt>
                <c:pt idx="78">
                  <c:v>13130</c:v>
                </c:pt>
                <c:pt idx="79">
                  <c:v>45747</c:v>
                </c:pt>
                <c:pt idx="80">
                  <c:v>5850</c:v>
                </c:pt>
                <c:pt idx="81">
                  <c:v>48846</c:v>
                </c:pt>
                <c:pt idx="82">
                  <c:v>24828</c:v>
                </c:pt>
                <c:pt idx="83">
                  <c:v>17841</c:v>
                </c:pt>
                <c:pt idx="84">
                  <c:v>13663</c:v>
                </c:pt>
                <c:pt idx="85">
                  <c:v>12169</c:v>
                </c:pt>
                <c:pt idx="86">
                  <c:v>349</c:v>
                </c:pt>
                <c:pt idx="87">
                  <c:v>20499</c:v>
                </c:pt>
                <c:pt idx="88">
                  <c:v>13111</c:v>
                </c:pt>
                <c:pt idx="89">
                  <c:v>45000</c:v>
                </c:pt>
                <c:pt idx="90">
                  <c:v>3455</c:v>
                </c:pt>
                <c:pt idx="91">
                  <c:v>28875</c:v>
                </c:pt>
                <c:pt idx="92">
                  <c:v>47917</c:v>
                </c:pt>
                <c:pt idx="93">
                  <c:v>21400</c:v>
                </c:pt>
                <c:pt idx="94">
                  <c:v>15128</c:v>
                </c:pt>
                <c:pt idx="95">
                  <c:v>41677</c:v>
                </c:pt>
                <c:pt idx="96">
                  <c:v>40746</c:v>
                </c:pt>
                <c:pt idx="97">
                  <c:v>31217</c:v>
                </c:pt>
                <c:pt idx="98">
                  <c:v>554</c:v>
                </c:pt>
                <c:pt idx="99">
                  <c:v>6975</c:v>
                </c:pt>
                <c:pt idx="100">
                  <c:v>19438</c:v>
                </c:pt>
                <c:pt idx="101">
                  <c:v>13618</c:v>
                </c:pt>
                <c:pt idx="102">
                  <c:v>38898</c:v>
                </c:pt>
                <c:pt idx="103">
                  <c:v>8547</c:v>
                </c:pt>
                <c:pt idx="104">
                  <c:v>46263</c:v>
                </c:pt>
                <c:pt idx="105">
                  <c:v>2815</c:v>
                </c:pt>
                <c:pt idx="106">
                  <c:v>41112</c:v>
                </c:pt>
                <c:pt idx="107">
                  <c:v>36827</c:v>
                </c:pt>
                <c:pt idx="108">
                  <c:v>42807</c:v>
                </c:pt>
                <c:pt idx="109">
                  <c:v>5533</c:v>
                </c:pt>
                <c:pt idx="110">
                  <c:v>2639</c:v>
                </c:pt>
                <c:pt idx="111">
                  <c:v>25003</c:v>
                </c:pt>
                <c:pt idx="112">
                  <c:v>10392</c:v>
                </c:pt>
                <c:pt idx="113">
                  <c:v>22437</c:v>
                </c:pt>
                <c:pt idx="114">
                  <c:v>41054</c:v>
                </c:pt>
                <c:pt idx="115">
                  <c:v>21391</c:v>
                </c:pt>
                <c:pt idx="116">
                  <c:v>36875</c:v>
                </c:pt>
                <c:pt idx="117">
                  <c:v>41641</c:v>
                </c:pt>
                <c:pt idx="118">
                  <c:v>25796</c:v>
                </c:pt>
                <c:pt idx="119">
                  <c:v>4392</c:v>
                </c:pt>
                <c:pt idx="120">
                  <c:v>18152</c:v>
                </c:pt>
                <c:pt idx="121">
                  <c:v>16254</c:v>
                </c:pt>
                <c:pt idx="122">
                  <c:v>3805</c:v>
                </c:pt>
                <c:pt idx="123">
                  <c:v>46489</c:v>
                </c:pt>
                <c:pt idx="124">
                  <c:v>17041</c:v>
                </c:pt>
                <c:pt idx="125">
                  <c:v>41494</c:v>
                </c:pt>
                <c:pt idx="126">
                  <c:v>25930</c:v>
                </c:pt>
                <c:pt idx="127">
                  <c:v>26282</c:v>
                </c:pt>
                <c:pt idx="128">
                  <c:v>21833</c:v>
                </c:pt>
                <c:pt idx="129">
                  <c:v>40577</c:v>
                </c:pt>
                <c:pt idx="130">
                  <c:v>39040</c:v>
                </c:pt>
                <c:pt idx="131">
                  <c:v>29903</c:v>
                </c:pt>
                <c:pt idx="132">
                  <c:v>18967</c:v>
                </c:pt>
                <c:pt idx="133">
                  <c:v>42943</c:v>
                </c:pt>
                <c:pt idx="134">
                  <c:v>24217</c:v>
                </c:pt>
                <c:pt idx="135">
                  <c:v>7094</c:v>
                </c:pt>
                <c:pt idx="136">
                  <c:v>29748</c:v>
                </c:pt>
                <c:pt idx="137">
                  <c:v>22564</c:v>
                </c:pt>
                <c:pt idx="138">
                  <c:v>17322</c:v>
                </c:pt>
                <c:pt idx="139">
                  <c:v>25138</c:v>
                </c:pt>
                <c:pt idx="140">
                  <c:v>33887</c:v>
                </c:pt>
                <c:pt idx="141">
                  <c:v>30177</c:v>
                </c:pt>
                <c:pt idx="142">
                  <c:v>28572</c:v>
                </c:pt>
                <c:pt idx="143">
                  <c:v>6898</c:v>
                </c:pt>
                <c:pt idx="144">
                  <c:v>20741</c:v>
                </c:pt>
                <c:pt idx="145">
                  <c:v>37576</c:v>
                </c:pt>
                <c:pt idx="146">
                  <c:v>20416</c:v>
                </c:pt>
                <c:pt idx="147">
                  <c:v>8093</c:v>
                </c:pt>
                <c:pt idx="148">
                  <c:v>1974</c:v>
                </c:pt>
                <c:pt idx="149">
                  <c:v>41750</c:v>
                </c:pt>
                <c:pt idx="150">
                  <c:v>48833</c:v>
                </c:pt>
                <c:pt idx="151">
                  <c:v>48643</c:v>
                </c:pt>
                <c:pt idx="152">
                  <c:v>42299</c:v>
                </c:pt>
                <c:pt idx="153">
                  <c:v>38234</c:v>
                </c:pt>
                <c:pt idx="154">
                  <c:v>6503</c:v>
                </c:pt>
                <c:pt idx="155">
                  <c:v>18294</c:v>
                </c:pt>
                <c:pt idx="156">
                  <c:v>40810</c:v>
                </c:pt>
                <c:pt idx="157">
                  <c:v>28469</c:v>
                </c:pt>
                <c:pt idx="158">
                  <c:v>1085</c:v>
                </c:pt>
                <c:pt idx="159">
                  <c:v>146</c:v>
                </c:pt>
                <c:pt idx="160">
                  <c:v>22636</c:v>
                </c:pt>
                <c:pt idx="161">
                  <c:v>39831</c:v>
                </c:pt>
                <c:pt idx="162">
                  <c:v>41055</c:v>
                </c:pt>
                <c:pt idx="163">
                  <c:v>35300</c:v>
                </c:pt>
                <c:pt idx="164">
                  <c:v>25053</c:v>
                </c:pt>
                <c:pt idx="165">
                  <c:v>23675</c:v>
                </c:pt>
                <c:pt idx="166">
                  <c:v>37436</c:v>
                </c:pt>
                <c:pt idx="167">
                  <c:v>31731</c:v>
                </c:pt>
                <c:pt idx="168">
                  <c:v>30139</c:v>
                </c:pt>
                <c:pt idx="169">
                  <c:v>10290</c:v>
                </c:pt>
                <c:pt idx="170">
                  <c:v>8906</c:v>
                </c:pt>
                <c:pt idx="171">
                  <c:v>21857</c:v>
                </c:pt>
                <c:pt idx="172">
                  <c:v>26781</c:v>
                </c:pt>
                <c:pt idx="173">
                  <c:v>49390</c:v>
                </c:pt>
                <c:pt idx="174">
                  <c:v>21793</c:v>
                </c:pt>
                <c:pt idx="175">
                  <c:v>16850</c:v>
                </c:pt>
                <c:pt idx="176">
                  <c:v>14098</c:v>
                </c:pt>
                <c:pt idx="177">
                  <c:v>34033</c:v>
                </c:pt>
                <c:pt idx="178">
                  <c:v>1424</c:v>
                </c:pt>
                <c:pt idx="179">
                  <c:v>29736</c:v>
                </c:pt>
                <c:pt idx="180">
                  <c:v>1481</c:v>
                </c:pt>
                <c:pt idx="181">
                  <c:v>23129</c:v>
                </c:pt>
                <c:pt idx="182">
                  <c:v>44336</c:v>
                </c:pt>
                <c:pt idx="183">
                  <c:v>2984</c:v>
                </c:pt>
                <c:pt idx="184">
                  <c:v>8821</c:v>
                </c:pt>
                <c:pt idx="185">
                  <c:v>21002</c:v>
                </c:pt>
                <c:pt idx="186">
                  <c:v>16768</c:v>
                </c:pt>
                <c:pt idx="187">
                  <c:v>47959</c:v>
                </c:pt>
                <c:pt idx="188">
                  <c:v>7643</c:v>
                </c:pt>
                <c:pt idx="189">
                  <c:v>1959</c:v>
                </c:pt>
                <c:pt idx="190">
                  <c:v>26460</c:v>
                </c:pt>
                <c:pt idx="191">
                  <c:v>9133</c:v>
                </c:pt>
                <c:pt idx="192">
                  <c:v>34260</c:v>
                </c:pt>
                <c:pt idx="193">
                  <c:v>22322</c:v>
                </c:pt>
                <c:pt idx="194">
                  <c:v>27492</c:v>
                </c:pt>
                <c:pt idx="195">
                  <c:v>35489</c:v>
                </c:pt>
                <c:pt idx="196">
                  <c:v>31511</c:v>
                </c:pt>
                <c:pt idx="197">
                  <c:v>16634</c:v>
                </c:pt>
                <c:pt idx="198">
                  <c:v>27609</c:v>
                </c:pt>
                <c:pt idx="199">
                  <c:v>25521</c:v>
                </c:pt>
                <c:pt idx="200">
                  <c:v>35659</c:v>
                </c:pt>
                <c:pt idx="201">
                  <c:v>18088</c:v>
                </c:pt>
                <c:pt idx="202">
                  <c:v>16041</c:v>
                </c:pt>
                <c:pt idx="203">
                  <c:v>16534</c:v>
                </c:pt>
                <c:pt idx="204">
                  <c:v>16715</c:v>
                </c:pt>
                <c:pt idx="205">
                  <c:v>46356</c:v>
                </c:pt>
                <c:pt idx="206">
                  <c:v>2636</c:v>
                </c:pt>
                <c:pt idx="207">
                  <c:v>34809</c:v>
                </c:pt>
                <c:pt idx="208">
                  <c:v>17714</c:v>
                </c:pt>
                <c:pt idx="209">
                  <c:v>4421</c:v>
                </c:pt>
                <c:pt idx="210">
                  <c:v>49068</c:v>
                </c:pt>
                <c:pt idx="211">
                  <c:v>18644</c:v>
                </c:pt>
                <c:pt idx="212">
                  <c:v>14463</c:v>
                </c:pt>
                <c:pt idx="213">
                  <c:v>29838</c:v>
                </c:pt>
                <c:pt idx="214">
                  <c:v>9508</c:v>
                </c:pt>
                <c:pt idx="215">
                  <c:v>39055</c:v>
                </c:pt>
                <c:pt idx="216">
                  <c:v>20309</c:v>
                </c:pt>
                <c:pt idx="217">
                  <c:v>15550</c:v>
                </c:pt>
                <c:pt idx="218">
                  <c:v>34192</c:v>
                </c:pt>
                <c:pt idx="219">
                  <c:v>12214</c:v>
                </c:pt>
                <c:pt idx="220">
                  <c:v>49087</c:v>
                </c:pt>
                <c:pt idx="221">
                  <c:v>20405</c:v>
                </c:pt>
                <c:pt idx="222">
                  <c:v>49347</c:v>
                </c:pt>
                <c:pt idx="223">
                  <c:v>25337</c:v>
                </c:pt>
                <c:pt idx="224">
                  <c:v>7361</c:v>
                </c:pt>
                <c:pt idx="225">
                  <c:v>33206</c:v>
                </c:pt>
                <c:pt idx="226">
                  <c:v>21610</c:v>
                </c:pt>
                <c:pt idx="227">
                  <c:v>33072</c:v>
                </c:pt>
                <c:pt idx="228">
                  <c:v>46680</c:v>
                </c:pt>
                <c:pt idx="229">
                  <c:v>17931</c:v>
                </c:pt>
                <c:pt idx="230">
                  <c:v>5518</c:v>
                </c:pt>
                <c:pt idx="231">
                  <c:v>15331</c:v>
                </c:pt>
                <c:pt idx="232">
                  <c:v>41626</c:v>
                </c:pt>
                <c:pt idx="233">
                  <c:v>33480</c:v>
                </c:pt>
                <c:pt idx="234">
                  <c:v>44136</c:v>
                </c:pt>
                <c:pt idx="235">
                  <c:v>4505</c:v>
                </c:pt>
                <c:pt idx="236">
                  <c:v>28711</c:v>
                </c:pt>
                <c:pt idx="237">
                  <c:v>25562</c:v>
                </c:pt>
                <c:pt idx="238">
                  <c:v>2861</c:v>
                </c:pt>
                <c:pt idx="239">
                  <c:v>1486</c:v>
                </c:pt>
                <c:pt idx="240">
                  <c:v>4159</c:v>
                </c:pt>
                <c:pt idx="241">
                  <c:v>6218</c:v>
                </c:pt>
                <c:pt idx="242">
                  <c:v>29646</c:v>
                </c:pt>
                <c:pt idx="243">
                  <c:v>10675</c:v>
                </c:pt>
                <c:pt idx="244">
                  <c:v>44577</c:v>
                </c:pt>
                <c:pt idx="245">
                  <c:v>36587</c:v>
                </c:pt>
                <c:pt idx="246">
                  <c:v>25278</c:v>
                </c:pt>
                <c:pt idx="247">
                  <c:v>30856</c:v>
                </c:pt>
                <c:pt idx="248">
                  <c:v>19830</c:v>
                </c:pt>
                <c:pt idx="249">
                  <c:v>46461</c:v>
                </c:pt>
                <c:pt idx="250">
                  <c:v>32168</c:v>
                </c:pt>
                <c:pt idx="251">
                  <c:v>1655</c:v>
                </c:pt>
                <c:pt idx="252">
                  <c:v>44463</c:v>
                </c:pt>
                <c:pt idx="253">
                  <c:v>43576</c:v>
                </c:pt>
                <c:pt idx="254">
                  <c:v>43790</c:v>
                </c:pt>
                <c:pt idx="255">
                  <c:v>34758</c:v>
                </c:pt>
                <c:pt idx="256">
                  <c:v>6196</c:v>
                </c:pt>
                <c:pt idx="257">
                  <c:v>36365</c:v>
                </c:pt>
                <c:pt idx="258">
                  <c:v>15948</c:v>
                </c:pt>
                <c:pt idx="259">
                  <c:v>17292</c:v>
                </c:pt>
                <c:pt idx="260">
                  <c:v>29255</c:v>
                </c:pt>
                <c:pt idx="261">
                  <c:v>25906</c:v>
                </c:pt>
                <c:pt idx="262">
                  <c:v>6110</c:v>
                </c:pt>
                <c:pt idx="263">
                  <c:v>36332</c:v>
                </c:pt>
                <c:pt idx="264">
                  <c:v>6460</c:v>
                </c:pt>
                <c:pt idx="265">
                  <c:v>25164</c:v>
                </c:pt>
                <c:pt idx="266">
                  <c:v>49666</c:v>
                </c:pt>
                <c:pt idx="267">
                  <c:v>13790</c:v>
                </c:pt>
                <c:pt idx="268">
                  <c:v>16404</c:v>
                </c:pt>
                <c:pt idx="269">
                  <c:v>32374</c:v>
                </c:pt>
                <c:pt idx="270">
                  <c:v>21467</c:v>
                </c:pt>
                <c:pt idx="271">
                  <c:v>47202</c:v>
                </c:pt>
                <c:pt idx="272">
                  <c:v>36172</c:v>
                </c:pt>
                <c:pt idx="273">
                  <c:v>47312</c:v>
                </c:pt>
                <c:pt idx="274">
                  <c:v>28865</c:v>
                </c:pt>
                <c:pt idx="275">
                  <c:v>48434</c:v>
                </c:pt>
                <c:pt idx="276">
                  <c:v>7528</c:v>
                </c:pt>
                <c:pt idx="277">
                  <c:v>46630</c:v>
                </c:pt>
                <c:pt idx="278">
                  <c:v>32403</c:v>
                </c:pt>
                <c:pt idx="279">
                  <c:v>14221</c:v>
                </c:pt>
                <c:pt idx="280">
                  <c:v>5810</c:v>
                </c:pt>
                <c:pt idx="281">
                  <c:v>22627</c:v>
                </c:pt>
                <c:pt idx="282">
                  <c:v>20619</c:v>
                </c:pt>
                <c:pt idx="283">
                  <c:v>45034</c:v>
                </c:pt>
                <c:pt idx="284">
                  <c:v>40768</c:v>
                </c:pt>
                <c:pt idx="285">
                  <c:v>35889</c:v>
                </c:pt>
                <c:pt idx="286">
                  <c:v>23875</c:v>
                </c:pt>
                <c:pt idx="287">
                  <c:v>17100</c:v>
                </c:pt>
                <c:pt idx="288">
                  <c:v>15203</c:v>
                </c:pt>
                <c:pt idx="289">
                  <c:v>17697</c:v>
                </c:pt>
                <c:pt idx="290">
                  <c:v>13138</c:v>
                </c:pt>
                <c:pt idx="291">
                  <c:v>3842</c:v>
                </c:pt>
                <c:pt idx="292">
                  <c:v>6496</c:v>
                </c:pt>
                <c:pt idx="293">
                  <c:v>43207</c:v>
                </c:pt>
                <c:pt idx="294">
                  <c:v>49877</c:v>
                </c:pt>
                <c:pt idx="295">
                  <c:v>2599</c:v>
                </c:pt>
                <c:pt idx="296">
                  <c:v>6653</c:v>
                </c:pt>
                <c:pt idx="297">
                  <c:v>20533</c:v>
                </c:pt>
                <c:pt idx="298">
                  <c:v>28595</c:v>
                </c:pt>
                <c:pt idx="299">
                  <c:v>9509</c:v>
                </c:pt>
                <c:pt idx="300">
                  <c:v>1107</c:v>
                </c:pt>
                <c:pt idx="301">
                  <c:v>39075</c:v>
                </c:pt>
                <c:pt idx="302">
                  <c:v>7046</c:v>
                </c:pt>
                <c:pt idx="303">
                  <c:v>40764</c:v>
                </c:pt>
                <c:pt idx="304">
                  <c:v>3727</c:v>
                </c:pt>
                <c:pt idx="305">
                  <c:v>46772</c:v>
                </c:pt>
                <c:pt idx="306">
                  <c:v>43208</c:v>
                </c:pt>
                <c:pt idx="307">
                  <c:v>5803</c:v>
                </c:pt>
                <c:pt idx="308">
                  <c:v>30975</c:v>
                </c:pt>
                <c:pt idx="309">
                  <c:v>40277</c:v>
                </c:pt>
                <c:pt idx="310">
                  <c:v>17271</c:v>
                </c:pt>
                <c:pt idx="311">
                  <c:v>8249</c:v>
                </c:pt>
                <c:pt idx="312">
                  <c:v>42935</c:v>
                </c:pt>
                <c:pt idx="313">
                  <c:v>1722</c:v>
                </c:pt>
                <c:pt idx="314">
                  <c:v>25858</c:v>
                </c:pt>
                <c:pt idx="315">
                  <c:v>47319</c:v>
                </c:pt>
                <c:pt idx="316">
                  <c:v>21817</c:v>
                </c:pt>
                <c:pt idx="317">
                  <c:v>10076</c:v>
                </c:pt>
                <c:pt idx="318">
                  <c:v>22182</c:v>
                </c:pt>
                <c:pt idx="319">
                  <c:v>35006</c:v>
                </c:pt>
                <c:pt idx="320">
                  <c:v>16223</c:v>
                </c:pt>
                <c:pt idx="321">
                  <c:v>1935</c:v>
                </c:pt>
                <c:pt idx="322">
                  <c:v>28386</c:v>
                </c:pt>
                <c:pt idx="323">
                  <c:v>33388</c:v>
                </c:pt>
                <c:pt idx="324">
                  <c:v>1005</c:v>
                </c:pt>
                <c:pt idx="325">
                  <c:v>27900</c:v>
                </c:pt>
                <c:pt idx="326">
                  <c:v>31855</c:v>
                </c:pt>
                <c:pt idx="327">
                  <c:v>45988</c:v>
                </c:pt>
                <c:pt idx="328">
                  <c:v>19262</c:v>
                </c:pt>
                <c:pt idx="329">
                  <c:v>22233</c:v>
                </c:pt>
                <c:pt idx="330">
                  <c:v>2247</c:v>
                </c:pt>
                <c:pt idx="331">
                  <c:v>27966</c:v>
                </c:pt>
                <c:pt idx="332">
                  <c:v>13014</c:v>
                </c:pt>
                <c:pt idx="333">
                  <c:v>31943</c:v>
                </c:pt>
                <c:pt idx="334">
                  <c:v>26823</c:v>
                </c:pt>
                <c:pt idx="335">
                  <c:v>11637</c:v>
                </c:pt>
                <c:pt idx="336">
                  <c:v>38519</c:v>
                </c:pt>
                <c:pt idx="337">
                  <c:v>25124</c:v>
                </c:pt>
                <c:pt idx="338">
                  <c:v>47290</c:v>
                </c:pt>
                <c:pt idx="339">
                  <c:v>18655</c:v>
                </c:pt>
                <c:pt idx="340">
                  <c:v>45719</c:v>
                </c:pt>
                <c:pt idx="341">
                  <c:v>21580</c:v>
                </c:pt>
                <c:pt idx="342">
                  <c:v>10932</c:v>
                </c:pt>
                <c:pt idx="343">
                  <c:v>12741</c:v>
                </c:pt>
                <c:pt idx="344">
                  <c:v>12138</c:v>
                </c:pt>
                <c:pt idx="345">
                  <c:v>36944</c:v>
                </c:pt>
                <c:pt idx="346">
                  <c:v>33566</c:v>
                </c:pt>
                <c:pt idx="347">
                  <c:v>32332</c:v>
                </c:pt>
                <c:pt idx="348">
                  <c:v>47255</c:v>
                </c:pt>
                <c:pt idx="349">
                  <c:v>42538</c:v>
                </c:pt>
                <c:pt idx="350">
                  <c:v>25840</c:v>
                </c:pt>
                <c:pt idx="351">
                  <c:v>8163</c:v>
                </c:pt>
                <c:pt idx="352">
                  <c:v>49012</c:v>
                </c:pt>
                <c:pt idx="353">
                  <c:v>19539</c:v>
                </c:pt>
                <c:pt idx="354">
                  <c:v>5054</c:v>
                </c:pt>
                <c:pt idx="355">
                  <c:v>14400</c:v>
                </c:pt>
                <c:pt idx="356">
                  <c:v>28464</c:v>
                </c:pt>
                <c:pt idx="357">
                  <c:v>40682</c:v>
                </c:pt>
                <c:pt idx="358">
                  <c:v>45480</c:v>
                </c:pt>
                <c:pt idx="359">
                  <c:v>42743</c:v>
                </c:pt>
                <c:pt idx="360">
                  <c:v>19011</c:v>
                </c:pt>
                <c:pt idx="361">
                  <c:v>31244</c:v>
                </c:pt>
                <c:pt idx="362">
                  <c:v>42733</c:v>
                </c:pt>
                <c:pt idx="363">
                  <c:v>44751</c:v>
                </c:pt>
                <c:pt idx="364">
                  <c:v>47494</c:v>
                </c:pt>
                <c:pt idx="365">
                  <c:v>46122</c:v>
                </c:pt>
                <c:pt idx="366">
                  <c:v>31028</c:v>
                </c:pt>
                <c:pt idx="367">
                  <c:v>48986</c:v>
                </c:pt>
                <c:pt idx="368">
                  <c:v>12839</c:v>
                </c:pt>
                <c:pt idx="369">
                  <c:v>6050</c:v>
                </c:pt>
                <c:pt idx="370">
                  <c:v>42519</c:v>
                </c:pt>
                <c:pt idx="371">
                  <c:v>22806</c:v>
                </c:pt>
                <c:pt idx="372">
                  <c:v>39453</c:v>
                </c:pt>
                <c:pt idx="373">
                  <c:v>28312</c:v>
                </c:pt>
                <c:pt idx="374">
                  <c:v>11514</c:v>
                </c:pt>
                <c:pt idx="375">
                  <c:v>16080</c:v>
                </c:pt>
                <c:pt idx="376">
                  <c:v>21153</c:v>
                </c:pt>
                <c:pt idx="377">
                  <c:v>20999</c:v>
                </c:pt>
                <c:pt idx="378">
                  <c:v>13055</c:v>
                </c:pt>
                <c:pt idx="379">
                  <c:v>46781</c:v>
                </c:pt>
                <c:pt idx="380">
                  <c:v>34259</c:v>
                </c:pt>
                <c:pt idx="381">
                  <c:v>17056</c:v>
                </c:pt>
                <c:pt idx="382">
                  <c:v>7876</c:v>
                </c:pt>
                <c:pt idx="383">
                  <c:v>34977</c:v>
                </c:pt>
                <c:pt idx="384">
                  <c:v>38672</c:v>
                </c:pt>
                <c:pt idx="385">
                  <c:v>48696</c:v>
                </c:pt>
                <c:pt idx="386">
                  <c:v>41871</c:v>
                </c:pt>
                <c:pt idx="387">
                  <c:v>26180</c:v>
                </c:pt>
                <c:pt idx="388">
                  <c:v>23399</c:v>
                </c:pt>
                <c:pt idx="389">
                  <c:v>24597</c:v>
                </c:pt>
                <c:pt idx="390">
                  <c:v>35804</c:v>
                </c:pt>
                <c:pt idx="391">
                  <c:v>36239</c:v>
                </c:pt>
                <c:pt idx="392">
                  <c:v>21143</c:v>
                </c:pt>
                <c:pt idx="393">
                  <c:v>30277</c:v>
                </c:pt>
                <c:pt idx="394">
                  <c:v>41265</c:v>
                </c:pt>
                <c:pt idx="395">
                  <c:v>11762</c:v>
                </c:pt>
                <c:pt idx="396">
                  <c:v>48807</c:v>
                </c:pt>
                <c:pt idx="397">
                  <c:v>1896</c:v>
                </c:pt>
                <c:pt idx="398">
                  <c:v>26270</c:v>
                </c:pt>
                <c:pt idx="399">
                  <c:v>1793</c:v>
                </c:pt>
                <c:pt idx="400">
                  <c:v>18223</c:v>
                </c:pt>
                <c:pt idx="401">
                  <c:v>43851</c:v>
                </c:pt>
                <c:pt idx="402">
                  <c:v>15617</c:v>
                </c:pt>
                <c:pt idx="403">
                  <c:v>36062</c:v>
                </c:pt>
                <c:pt idx="404">
                  <c:v>24195</c:v>
                </c:pt>
                <c:pt idx="405">
                  <c:v>46254</c:v>
                </c:pt>
                <c:pt idx="406">
                  <c:v>22534</c:v>
                </c:pt>
                <c:pt idx="407">
                  <c:v>23003</c:v>
                </c:pt>
                <c:pt idx="408">
                  <c:v>6620</c:v>
                </c:pt>
                <c:pt idx="409">
                  <c:v>7231</c:v>
                </c:pt>
                <c:pt idx="410">
                  <c:v>14441</c:v>
                </c:pt>
                <c:pt idx="411">
                  <c:v>39636</c:v>
                </c:pt>
                <c:pt idx="412">
                  <c:v>6634</c:v>
                </c:pt>
                <c:pt idx="413">
                  <c:v>31723</c:v>
                </c:pt>
                <c:pt idx="414">
                  <c:v>24990</c:v>
                </c:pt>
                <c:pt idx="415">
                  <c:v>26717</c:v>
                </c:pt>
                <c:pt idx="416">
                  <c:v>28814</c:v>
                </c:pt>
                <c:pt idx="417">
                  <c:v>2209</c:v>
                </c:pt>
                <c:pt idx="418">
                  <c:v>572</c:v>
                </c:pt>
                <c:pt idx="419">
                  <c:v>26522</c:v>
                </c:pt>
                <c:pt idx="420">
                  <c:v>25876</c:v>
                </c:pt>
                <c:pt idx="421">
                  <c:v>37176</c:v>
                </c:pt>
                <c:pt idx="422">
                  <c:v>316</c:v>
                </c:pt>
                <c:pt idx="423">
                  <c:v>30641</c:v>
                </c:pt>
                <c:pt idx="424">
                  <c:v>23433</c:v>
                </c:pt>
                <c:pt idx="425">
                  <c:v>29298</c:v>
                </c:pt>
                <c:pt idx="426">
                  <c:v>33928</c:v>
                </c:pt>
                <c:pt idx="427">
                  <c:v>13857</c:v>
                </c:pt>
                <c:pt idx="428">
                  <c:v>29804</c:v>
                </c:pt>
                <c:pt idx="429">
                  <c:v>12279</c:v>
                </c:pt>
                <c:pt idx="430">
                  <c:v>5061</c:v>
                </c:pt>
                <c:pt idx="431">
                  <c:v>42428</c:v>
                </c:pt>
                <c:pt idx="432">
                  <c:v>43997</c:v>
                </c:pt>
                <c:pt idx="433">
                  <c:v>28812</c:v>
                </c:pt>
                <c:pt idx="434">
                  <c:v>1229</c:v>
                </c:pt>
                <c:pt idx="435">
                  <c:v>29529</c:v>
                </c:pt>
                <c:pt idx="436">
                  <c:v>24864</c:v>
                </c:pt>
                <c:pt idx="437">
                  <c:v>11694</c:v>
                </c:pt>
                <c:pt idx="438">
                  <c:v>5988</c:v>
                </c:pt>
                <c:pt idx="439">
                  <c:v>3839</c:v>
                </c:pt>
                <c:pt idx="440">
                  <c:v>3147</c:v>
                </c:pt>
                <c:pt idx="441">
                  <c:v>33771</c:v>
                </c:pt>
                <c:pt idx="442">
                  <c:v>28343</c:v>
                </c:pt>
                <c:pt idx="443">
                  <c:v>48458</c:v>
                </c:pt>
                <c:pt idx="444">
                  <c:v>41097</c:v>
                </c:pt>
                <c:pt idx="445">
                  <c:v>19415</c:v>
                </c:pt>
                <c:pt idx="446">
                  <c:v>8654</c:v>
                </c:pt>
                <c:pt idx="447">
                  <c:v>26337</c:v>
                </c:pt>
                <c:pt idx="448">
                  <c:v>43947</c:v>
                </c:pt>
                <c:pt idx="449">
                  <c:v>30576</c:v>
                </c:pt>
                <c:pt idx="450">
                  <c:v>32290</c:v>
                </c:pt>
                <c:pt idx="451">
                  <c:v>18154</c:v>
                </c:pt>
                <c:pt idx="452">
                  <c:v>5816</c:v>
                </c:pt>
                <c:pt idx="453">
                  <c:v>47927</c:v>
                </c:pt>
                <c:pt idx="454">
                  <c:v>30816</c:v>
                </c:pt>
                <c:pt idx="455">
                  <c:v>45809</c:v>
                </c:pt>
                <c:pt idx="456">
                  <c:v>7127</c:v>
                </c:pt>
                <c:pt idx="457">
                  <c:v>41435</c:v>
                </c:pt>
                <c:pt idx="458">
                  <c:v>36242</c:v>
                </c:pt>
                <c:pt idx="459">
                  <c:v>13908</c:v>
                </c:pt>
                <c:pt idx="460">
                  <c:v>9009</c:v>
                </c:pt>
                <c:pt idx="461">
                  <c:v>36021</c:v>
                </c:pt>
                <c:pt idx="462">
                  <c:v>44046</c:v>
                </c:pt>
                <c:pt idx="463">
                  <c:v>41597</c:v>
                </c:pt>
                <c:pt idx="464">
                  <c:v>21020</c:v>
                </c:pt>
                <c:pt idx="465">
                  <c:v>28483</c:v>
                </c:pt>
                <c:pt idx="466">
                  <c:v>22060</c:v>
                </c:pt>
                <c:pt idx="467">
                  <c:v>17074</c:v>
                </c:pt>
                <c:pt idx="468">
                  <c:v>7136</c:v>
                </c:pt>
                <c:pt idx="469">
                  <c:v>33964</c:v>
                </c:pt>
                <c:pt idx="470">
                  <c:v>46331</c:v>
                </c:pt>
                <c:pt idx="471">
                  <c:v>27530</c:v>
                </c:pt>
                <c:pt idx="472">
                  <c:v>24292</c:v>
                </c:pt>
                <c:pt idx="473">
                  <c:v>13258</c:v>
                </c:pt>
                <c:pt idx="474">
                  <c:v>16361</c:v>
                </c:pt>
                <c:pt idx="475">
                  <c:v>40481</c:v>
                </c:pt>
                <c:pt idx="476">
                  <c:v>748</c:v>
                </c:pt>
                <c:pt idx="477">
                  <c:v>35420</c:v>
                </c:pt>
                <c:pt idx="478">
                  <c:v>38958</c:v>
                </c:pt>
                <c:pt idx="479">
                  <c:v>2762</c:v>
                </c:pt>
                <c:pt idx="480">
                  <c:v>33801</c:v>
                </c:pt>
                <c:pt idx="481">
                  <c:v>4113</c:v>
                </c:pt>
                <c:pt idx="482">
                  <c:v>24297</c:v>
                </c:pt>
                <c:pt idx="483">
                  <c:v>5038</c:v>
                </c:pt>
                <c:pt idx="484">
                  <c:v>34803</c:v>
                </c:pt>
                <c:pt idx="485">
                  <c:v>9123</c:v>
                </c:pt>
                <c:pt idx="486">
                  <c:v>6568</c:v>
                </c:pt>
                <c:pt idx="487">
                  <c:v>27767</c:v>
                </c:pt>
                <c:pt idx="488">
                  <c:v>33536</c:v>
                </c:pt>
                <c:pt idx="489">
                  <c:v>48011</c:v>
                </c:pt>
                <c:pt idx="490">
                  <c:v>21084</c:v>
                </c:pt>
                <c:pt idx="491">
                  <c:v>37002</c:v>
                </c:pt>
                <c:pt idx="492">
                  <c:v>33382</c:v>
                </c:pt>
                <c:pt idx="493">
                  <c:v>16321</c:v>
                </c:pt>
                <c:pt idx="494">
                  <c:v>768</c:v>
                </c:pt>
                <c:pt idx="495">
                  <c:v>18862</c:v>
                </c:pt>
                <c:pt idx="496">
                  <c:v>47693</c:v>
                </c:pt>
                <c:pt idx="497">
                  <c:v>33235</c:v>
                </c:pt>
                <c:pt idx="498">
                  <c:v>7268</c:v>
                </c:pt>
                <c:pt idx="499">
                  <c:v>10703</c:v>
                </c:pt>
                <c:pt idx="500">
                  <c:v>13324</c:v>
                </c:pt>
                <c:pt idx="501">
                  <c:v>27565</c:v>
                </c:pt>
                <c:pt idx="502">
                  <c:v>40226</c:v>
                </c:pt>
                <c:pt idx="503">
                  <c:v>12495</c:v>
                </c:pt>
                <c:pt idx="504">
                  <c:v>40441</c:v>
                </c:pt>
                <c:pt idx="505">
                  <c:v>25386</c:v>
                </c:pt>
                <c:pt idx="506">
                  <c:v>7991</c:v>
                </c:pt>
                <c:pt idx="507">
                  <c:v>41887</c:v>
                </c:pt>
                <c:pt idx="508">
                  <c:v>7063</c:v>
                </c:pt>
                <c:pt idx="509">
                  <c:v>8029</c:v>
                </c:pt>
                <c:pt idx="510">
                  <c:v>49735</c:v>
                </c:pt>
                <c:pt idx="511">
                  <c:v>25461</c:v>
                </c:pt>
                <c:pt idx="512">
                  <c:v>30211</c:v>
                </c:pt>
                <c:pt idx="513">
                  <c:v>42151</c:v>
                </c:pt>
                <c:pt idx="514">
                  <c:v>16250</c:v>
                </c:pt>
                <c:pt idx="515">
                  <c:v>16403</c:v>
                </c:pt>
                <c:pt idx="516">
                  <c:v>19933</c:v>
                </c:pt>
                <c:pt idx="517">
                  <c:v>48880</c:v>
                </c:pt>
                <c:pt idx="518">
                  <c:v>32458</c:v>
                </c:pt>
                <c:pt idx="519">
                  <c:v>32105</c:v>
                </c:pt>
                <c:pt idx="520">
                  <c:v>35318</c:v>
                </c:pt>
                <c:pt idx="521">
                  <c:v>47870</c:v>
                </c:pt>
                <c:pt idx="522">
                  <c:v>47848</c:v>
                </c:pt>
                <c:pt idx="523">
                  <c:v>752</c:v>
                </c:pt>
                <c:pt idx="524">
                  <c:v>22667</c:v>
                </c:pt>
                <c:pt idx="525">
                  <c:v>12225</c:v>
                </c:pt>
                <c:pt idx="526">
                  <c:v>17761</c:v>
                </c:pt>
                <c:pt idx="527">
                  <c:v>8151</c:v>
                </c:pt>
                <c:pt idx="528">
                  <c:v>12515</c:v>
                </c:pt>
                <c:pt idx="529">
                  <c:v>40251</c:v>
                </c:pt>
                <c:pt idx="530">
                  <c:v>48032</c:v>
                </c:pt>
                <c:pt idx="531">
                  <c:v>45296</c:v>
                </c:pt>
                <c:pt idx="532">
                  <c:v>25037</c:v>
                </c:pt>
                <c:pt idx="533">
                  <c:v>21466</c:v>
                </c:pt>
                <c:pt idx="534">
                  <c:v>28507</c:v>
                </c:pt>
                <c:pt idx="535">
                  <c:v>30699</c:v>
                </c:pt>
                <c:pt idx="536">
                  <c:v>3230</c:v>
                </c:pt>
                <c:pt idx="537">
                  <c:v>13607</c:v>
                </c:pt>
                <c:pt idx="538">
                  <c:v>9146</c:v>
                </c:pt>
                <c:pt idx="539">
                  <c:v>26765</c:v>
                </c:pt>
                <c:pt idx="540">
                  <c:v>6888</c:v>
                </c:pt>
                <c:pt idx="541">
                  <c:v>49889</c:v>
                </c:pt>
                <c:pt idx="542">
                  <c:v>39051</c:v>
                </c:pt>
                <c:pt idx="543">
                  <c:v>14634</c:v>
                </c:pt>
                <c:pt idx="544">
                  <c:v>33007</c:v>
                </c:pt>
                <c:pt idx="545">
                  <c:v>46664</c:v>
                </c:pt>
                <c:pt idx="546">
                  <c:v>3626</c:v>
                </c:pt>
                <c:pt idx="547">
                  <c:v>13184</c:v>
                </c:pt>
                <c:pt idx="548">
                  <c:v>41510</c:v>
                </c:pt>
                <c:pt idx="549">
                  <c:v>27045</c:v>
                </c:pt>
                <c:pt idx="550">
                  <c:v>35114</c:v>
                </c:pt>
                <c:pt idx="551">
                  <c:v>38032</c:v>
                </c:pt>
                <c:pt idx="552">
                  <c:v>37615</c:v>
                </c:pt>
                <c:pt idx="553">
                  <c:v>18506</c:v>
                </c:pt>
                <c:pt idx="554">
                  <c:v>21017</c:v>
                </c:pt>
                <c:pt idx="555">
                  <c:v>1205</c:v>
                </c:pt>
                <c:pt idx="556">
                  <c:v>36391</c:v>
                </c:pt>
                <c:pt idx="557">
                  <c:v>17302</c:v>
                </c:pt>
                <c:pt idx="558">
                  <c:v>6613</c:v>
                </c:pt>
                <c:pt idx="559">
                  <c:v>28280</c:v>
                </c:pt>
                <c:pt idx="560">
                  <c:v>6151</c:v>
                </c:pt>
                <c:pt idx="561">
                  <c:v>26924</c:v>
                </c:pt>
                <c:pt idx="562">
                  <c:v>6301</c:v>
                </c:pt>
                <c:pt idx="563">
                  <c:v>39691</c:v>
                </c:pt>
                <c:pt idx="564">
                  <c:v>36328</c:v>
                </c:pt>
                <c:pt idx="565">
                  <c:v>21548</c:v>
                </c:pt>
                <c:pt idx="566">
                  <c:v>32750</c:v>
                </c:pt>
                <c:pt idx="567">
                  <c:v>43251</c:v>
                </c:pt>
                <c:pt idx="568">
                  <c:v>47748</c:v>
                </c:pt>
                <c:pt idx="569">
                  <c:v>16277</c:v>
                </c:pt>
                <c:pt idx="570">
                  <c:v>11123</c:v>
                </c:pt>
                <c:pt idx="571">
                  <c:v>39005</c:v>
                </c:pt>
                <c:pt idx="572">
                  <c:v>16347</c:v>
                </c:pt>
                <c:pt idx="573">
                  <c:v>3860</c:v>
                </c:pt>
                <c:pt idx="574">
                  <c:v>49059</c:v>
                </c:pt>
                <c:pt idx="575">
                  <c:v>413</c:v>
                </c:pt>
                <c:pt idx="576">
                  <c:v>21555</c:v>
                </c:pt>
                <c:pt idx="577">
                  <c:v>37215</c:v>
                </c:pt>
                <c:pt idx="578">
                  <c:v>21195</c:v>
                </c:pt>
                <c:pt idx="579">
                  <c:v>44972</c:v>
                </c:pt>
                <c:pt idx="580">
                  <c:v>26046</c:v>
                </c:pt>
                <c:pt idx="581">
                  <c:v>43567</c:v>
                </c:pt>
                <c:pt idx="582">
                  <c:v>19565</c:v>
                </c:pt>
                <c:pt idx="583">
                  <c:v>7643</c:v>
                </c:pt>
                <c:pt idx="584">
                  <c:v>22060</c:v>
                </c:pt>
                <c:pt idx="585">
                  <c:v>20074</c:v>
                </c:pt>
                <c:pt idx="586">
                  <c:v>5442</c:v>
                </c:pt>
                <c:pt idx="587">
                  <c:v>38159</c:v>
                </c:pt>
                <c:pt idx="588">
                  <c:v>18229</c:v>
                </c:pt>
                <c:pt idx="589">
                  <c:v>14657</c:v>
                </c:pt>
                <c:pt idx="590">
                  <c:v>1286</c:v>
                </c:pt>
                <c:pt idx="591">
                  <c:v>11894</c:v>
                </c:pt>
                <c:pt idx="592">
                  <c:v>11967</c:v>
                </c:pt>
                <c:pt idx="593">
                  <c:v>35412</c:v>
                </c:pt>
                <c:pt idx="594">
                  <c:v>15515</c:v>
                </c:pt>
                <c:pt idx="595">
                  <c:v>698</c:v>
                </c:pt>
                <c:pt idx="596">
                  <c:v>20857</c:v>
                </c:pt>
                <c:pt idx="597">
                  <c:v>3596</c:v>
                </c:pt>
                <c:pt idx="598">
                  <c:v>20145</c:v>
                </c:pt>
                <c:pt idx="599">
                  <c:v>30621</c:v>
                </c:pt>
                <c:pt idx="600">
                  <c:v>38955</c:v>
                </c:pt>
                <c:pt idx="601">
                  <c:v>7535</c:v>
                </c:pt>
                <c:pt idx="602">
                  <c:v>5790</c:v>
                </c:pt>
                <c:pt idx="603">
                  <c:v>46279</c:v>
                </c:pt>
                <c:pt idx="604">
                  <c:v>14770</c:v>
                </c:pt>
                <c:pt idx="605">
                  <c:v>45096</c:v>
                </c:pt>
                <c:pt idx="606">
                  <c:v>10394</c:v>
                </c:pt>
                <c:pt idx="607">
                  <c:v>38953</c:v>
                </c:pt>
                <c:pt idx="608">
                  <c:v>3414</c:v>
                </c:pt>
                <c:pt idx="609">
                  <c:v>5129</c:v>
                </c:pt>
                <c:pt idx="610">
                  <c:v>15846</c:v>
                </c:pt>
                <c:pt idx="611">
                  <c:v>27448</c:v>
                </c:pt>
                <c:pt idx="612">
                  <c:v>5518</c:v>
                </c:pt>
                <c:pt idx="613">
                  <c:v>39988</c:v>
                </c:pt>
                <c:pt idx="614">
                  <c:v>23080</c:v>
                </c:pt>
                <c:pt idx="615">
                  <c:v>14045</c:v>
                </c:pt>
                <c:pt idx="616">
                  <c:v>43693</c:v>
                </c:pt>
                <c:pt idx="617">
                  <c:v>14181</c:v>
                </c:pt>
                <c:pt idx="618">
                  <c:v>28783</c:v>
                </c:pt>
                <c:pt idx="619">
                  <c:v>32433</c:v>
                </c:pt>
                <c:pt idx="620">
                  <c:v>29977</c:v>
                </c:pt>
                <c:pt idx="621">
                  <c:v>38030</c:v>
                </c:pt>
                <c:pt idx="622">
                  <c:v>48255</c:v>
                </c:pt>
                <c:pt idx="623">
                  <c:v>27971</c:v>
                </c:pt>
                <c:pt idx="624">
                  <c:v>46756</c:v>
                </c:pt>
                <c:pt idx="625">
                  <c:v>47466</c:v>
                </c:pt>
                <c:pt idx="626">
                  <c:v>33194</c:v>
                </c:pt>
                <c:pt idx="627">
                  <c:v>46022</c:v>
                </c:pt>
                <c:pt idx="628">
                  <c:v>45513</c:v>
                </c:pt>
                <c:pt idx="629">
                  <c:v>46925</c:v>
                </c:pt>
                <c:pt idx="630">
                  <c:v>37343</c:v>
                </c:pt>
                <c:pt idx="631">
                  <c:v>14176</c:v>
                </c:pt>
                <c:pt idx="632">
                  <c:v>7260</c:v>
                </c:pt>
                <c:pt idx="633">
                  <c:v>257</c:v>
                </c:pt>
                <c:pt idx="634">
                  <c:v>24292</c:v>
                </c:pt>
                <c:pt idx="635">
                  <c:v>25919</c:v>
                </c:pt>
                <c:pt idx="636">
                  <c:v>24382</c:v>
                </c:pt>
                <c:pt idx="637">
                  <c:v>3971</c:v>
                </c:pt>
                <c:pt idx="638">
                  <c:v>7739</c:v>
                </c:pt>
                <c:pt idx="639">
                  <c:v>34303</c:v>
                </c:pt>
                <c:pt idx="640">
                  <c:v>20626</c:v>
                </c:pt>
                <c:pt idx="641">
                  <c:v>39546</c:v>
                </c:pt>
                <c:pt idx="642">
                  <c:v>23490</c:v>
                </c:pt>
                <c:pt idx="643">
                  <c:v>22343</c:v>
                </c:pt>
                <c:pt idx="644">
                  <c:v>16279</c:v>
                </c:pt>
                <c:pt idx="645">
                  <c:v>26566</c:v>
                </c:pt>
                <c:pt idx="646">
                  <c:v>1868</c:v>
                </c:pt>
                <c:pt idx="647">
                  <c:v>22107</c:v>
                </c:pt>
                <c:pt idx="648">
                  <c:v>7467</c:v>
                </c:pt>
                <c:pt idx="649">
                  <c:v>27548</c:v>
                </c:pt>
                <c:pt idx="650">
                  <c:v>22953</c:v>
                </c:pt>
                <c:pt idx="651">
                  <c:v>35222</c:v>
                </c:pt>
                <c:pt idx="652">
                  <c:v>16241</c:v>
                </c:pt>
                <c:pt idx="653">
                  <c:v>12256</c:v>
                </c:pt>
                <c:pt idx="654">
                  <c:v>42942</c:v>
                </c:pt>
                <c:pt idx="655">
                  <c:v>10307</c:v>
                </c:pt>
                <c:pt idx="656">
                  <c:v>46270</c:v>
                </c:pt>
                <c:pt idx="657">
                  <c:v>33524</c:v>
                </c:pt>
                <c:pt idx="658">
                  <c:v>38066</c:v>
                </c:pt>
                <c:pt idx="659">
                  <c:v>8466</c:v>
                </c:pt>
                <c:pt idx="660">
                  <c:v>1610</c:v>
                </c:pt>
                <c:pt idx="661">
                  <c:v>35121</c:v>
                </c:pt>
                <c:pt idx="662">
                  <c:v>30776</c:v>
                </c:pt>
                <c:pt idx="663">
                  <c:v>47797</c:v>
                </c:pt>
                <c:pt idx="664">
                  <c:v>38584</c:v>
                </c:pt>
                <c:pt idx="665">
                  <c:v>38368</c:v>
                </c:pt>
                <c:pt idx="666">
                  <c:v>48300</c:v>
                </c:pt>
                <c:pt idx="667">
                  <c:v>6889</c:v>
                </c:pt>
                <c:pt idx="668">
                  <c:v>41268</c:v>
                </c:pt>
                <c:pt idx="669">
                  <c:v>28066</c:v>
                </c:pt>
                <c:pt idx="670">
                  <c:v>25269</c:v>
                </c:pt>
                <c:pt idx="671">
                  <c:v>31616</c:v>
                </c:pt>
                <c:pt idx="672">
                  <c:v>17213</c:v>
                </c:pt>
                <c:pt idx="673">
                  <c:v>14756</c:v>
                </c:pt>
                <c:pt idx="674">
                  <c:v>21694</c:v>
                </c:pt>
                <c:pt idx="675">
                  <c:v>5633</c:v>
                </c:pt>
                <c:pt idx="676">
                  <c:v>16961</c:v>
                </c:pt>
                <c:pt idx="677">
                  <c:v>17500</c:v>
                </c:pt>
                <c:pt idx="678">
                  <c:v>47401</c:v>
                </c:pt>
                <c:pt idx="679">
                  <c:v>12195</c:v>
                </c:pt>
                <c:pt idx="680">
                  <c:v>49053</c:v>
                </c:pt>
                <c:pt idx="681">
                  <c:v>22687</c:v>
                </c:pt>
                <c:pt idx="682">
                  <c:v>34509</c:v>
                </c:pt>
                <c:pt idx="683">
                  <c:v>21599</c:v>
                </c:pt>
                <c:pt idx="684">
                  <c:v>30020</c:v>
                </c:pt>
                <c:pt idx="685">
                  <c:v>24358</c:v>
                </c:pt>
                <c:pt idx="686">
                  <c:v>16640</c:v>
                </c:pt>
                <c:pt idx="687">
                  <c:v>48276</c:v>
                </c:pt>
                <c:pt idx="688">
                  <c:v>40069</c:v>
                </c:pt>
                <c:pt idx="689">
                  <c:v>31937</c:v>
                </c:pt>
                <c:pt idx="690">
                  <c:v>40755</c:v>
                </c:pt>
                <c:pt idx="691">
                  <c:v>45877</c:v>
                </c:pt>
                <c:pt idx="692">
                  <c:v>20994</c:v>
                </c:pt>
                <c:pt idx="693">
                  <c:v>3215</c:v>
                </c:pt>
                <c:pt idx="694">
                  <c:v>26936</c:v>
                </c:pt>
                <c:pt idx="695">
                  <c:v>29470</c:v>
                </c:pt>
                <c:pt idx="696">
                  <c:v>31076</c:v>
                </c:pt>
                <c:pt idx="697">
                  <c:v>43864</c:v>
                </c:pt>
                <c:pt idx="698">
                  <c:v>11808</c:v>
                </c:pt>
                <c:pt idx="699">
                  <c:v>38128</c:v>
                </c:pt>
                <c:pt idx="700">
                  <c:v>28223</c:v>
                </c:pt>
                <c:pt idx="701">
                  <c:v>21721</c:v>
                </c:pt>
                <c:pt idx="702">
                  <c:v>4569</c:v>
                </c:pt>
                <c:pt idx="703">
                  <c:v>11492</c:v>
                </c:pt>
                <c:pt idx="704">
                  <c:v>23252</c:v>
                </c:pt>
                <c:pt idx="705">
                  <c:v>31687</c:v>
                </c:pt>
                <c:pt idx="706">
                  <c:v>37278</c:v>
                </c:pt>
                <c:pt idx="707">
                  <c:v>12681</c:v>
                </c:pt>
                <c:pt idx="708">
                  <c:v>17705</c:v>
                </c:pt>
                <c:pt idx="709">
                  <c:v>22735</c:v>
                </c:pt>
                <c:pt idx="710">
                  <c:v>36278</c:v>
                </c:pt>
                <c:pt idx="711">
                  <c:v>27886</c:v>
                </c:pt>
                <c:pt idx="712">
                  <c:v>47080</c:v>
                </c:pt>
                <c:pt idx="713">
                  <c:v>30202</c:v>
                </c:pt>
                <c:pt idx="714">
                  <c:v>32890</c:v>
                </c:pt>
                <c:pt idx="715">
                  <c:v>39343</c:v>
                </c:pt>
                <c:pt idx="716">
                  <c:v>42114</c:v>
                </c:pt>
                <c:pt idx="717">
                  <c:v>15012</c:v>
                </c:pt>
                <c:pt idx="718">
                  <c:v>42643</c:v>
                </c:pt>
                <c:pt idx="719">
                  <c:v>27169</c:v>
                </c:pt>
                <c:pt idx="720">
                  <c:v>31568</c:v>
                </c:pt>
                <c:pt idx="721">
                  <c:v>44402</c:v>
                </c:pt>
                <c:pt idx="722">
                  <c:v>5467</c:v>
                </c:pt>
                <c:pt idx="723">
                  <c:v>40636</c:v>
                </c:pt>
                <c:pt idx="724">
                  <c:v>26916</c:v>
                </c:pt>
                <c:pt idx="725">
                  <c:v>24410</c:v>
                </c:pt>
                <c:pt idx="726">
                  <c:v>19600</c:v>
                </c:pt>
                <c:pt idx="727">
                  <c:v>40120</c:v>
                </c:pt>
                <c:pt idx="728">
                  <c:v>33188</c:v>
                </c:pt>
                <c:pt idx="729">
                  <c:v>26807</c:v>
                </c:pt>
                <c:pt idx="730">
                  <c:v>19203</c:v>
                </c:pt>
                <c:pt idx="731">
                  <c:v>27085</c:v>
                </c:pt>
                <c:pt idx="732">
                  <c:v>24463</c:v>
                </c:pt>
                <c:pt idx="733">
                  <c:v>25359</c:v>
                </c:pt>
                <c:pt idx="734">
                  <c:v>19211</c:v>
                </c:pt>
                <c:pt idx="735">
                  <c:v>414</c:v>
                </c:pt>
                <c:pt idx="736">
                  <c:v>9761</c:v>
                </c:pt>
                <c:pt idx="737">
                  <c:v>19285</c:v>
                </c:pt>
                <c:pt idx="738">
                  <c:v>21098</c:v>
                </c:pt>
                <c:pt idx="739">
                  <c:v>1877</c:v>
                </c:pt>
                <c:pt idx="740">
                  <c:v>9084</c:v>
                </c:pt>
                <c:pt idx="741">
                  <c:v>45960</c:v>
                </c:pt>
                <c:pt idx="742">
                  <c:v>8692</c:v>
                </c:pt>
                <c:pt idx="743">
                  <c:v>45703</c:v>
                </c:pt>
                <c:pt idx="744">
                  <c:v>30974</c:v>
                </c:pt>
                <c:pt idx="745">
                  <c:v>49147</c:v>
                </c:pt>
                <c:pt idx="746">
                  <c:v>17534</c:v>
                </c:pt>
                <c:pt idx="747">
                  <c:v>18457</c:v>
                </c:pt>
                <c:pt idx="748">
                  <c:v>43808</c:v>
                </c:pt>
                <c:pt idx="749">
                  <c:v>24376</c:v>
                </c:pt>
                <c:pt idx="750">
                  <c:v>34969</c:v>
                </c:pt>
                <c:pt idx="751">
                  <c:v>17299</c:v>
                </c:pt>
                <c:pt idx="752">
                  <c:v>10274</c:v>
                </c:pt>
                <c:pt idx="753">
                  <c:v>24270</c:v>
                </c:pt>
                <c:pt idx="754">
                  <c:v>2067</c:v>
                </c:pt>
                <c:pt idx="755">
                  <c:v>13304</c:v>
                </c:pt>
                <c:pt idx="756">
                  <c:v>9442</c:v>
                </c:pt>
                <c:pt idx="757">
                  <c:v>25699</c:v>
                </c:pt>
                <c:pt idx="758">
                  <c:v>32220</c:v>
                </c:pt>
                <c:pt idx="759">
                  <c:v>14931</c:v>
                </c:pt>
                <c:pt idx="760">
                  <c:v>40783</c:v>
                </c:pt>
                <c:pt idx="761">
                  <c:v>17825</c:v>
                </c:pt>
                <c:pt idx="762">
                  <c:v>49217</c:v>
                </c:pt>
                <c:pt idx="763">
                  <c:v>36631</c:v>
                </c:pt>
                <c:pt idx="764">
                  <c:v>5550</c:v>
                </c:pt>
                <c:pt idx="765">
                  <c:v>12225</c:v>
                </c:pt>
                <c:pt idx="766">
                  <c:v>19820</c:v>
                </c:pt>
                <c:pt idx="767">
                  <c:v>42736</c:v>
                </c:pt>
                <c:pt idx="768">
                  <c:v>36426</c:v>
                </c:pt>
                <c:pt idx="769">
                  <c:v>12122</c:v>
                </c:pt>
                <c:pt idx="770">
                  <c:v>11824</c:v>
                </c:pt>
                <c:pt idx="771">
                  <c:v>988</c:v>
                </c:pt>
                <c:pt idx="772">
                  <c:v>13264</c:v>
                </c:pt>
                <c:pt idx="773">
                  <c:v>35024</c:v>
                </c:pt>
                <c:pt idx="774">
                  <c:v>8631</c:v>
                </c:pt>
                <c:pt idx="775">
                  <c:v>29758</c:v>
                </c:pt>
                <c:pt idx="776">
                  <c:v>45538</c:v>
                </c:pt>
                <c:pt idx="777">
                  <c:v>19455</c:v>
                </c:pt>
                <c:pt idx="778">
                  <c:v>21436</c:v>
                </c:pt>
                <c:pt idx="779">
                  <c:v>47618</c:v>
                </c:pt>
                <c:pt idx="780">
                  <c:v>25111</c:v>
                </c:pt>
                <c:pt idx="781">
                  <c:v>798</c:v>
                </c:pt>
                <c:pt idx="782">
                  <c:v>25235</c:v>
                </c:pt>
                <c:pt idx="783">
                  <c:v>43467</c:v>
                </c:pt>
                <c:pt idx="784">
                  <c:v>35691</c:v>
                </c:pt>
                <c:pt idx="785">
                  <c:v>28108</c:v>
                </c:pt>
                <c:pt idx="786">
                  <c:v>39662</c:v>
                </c:pt>
                <c:pt idx="787">
                  <c:v>14533</c:v>
                </c:pt>
                <c:pt idx="788">
                  <c:v>12322</c:v>
                </c:pt>
                <c:pt idx="789">
                  <c:v>18178</c:v>
                </c:pt>
                <c:pt idx="790">
                  <c:v>6283</c:v>
                </c:pt>
                <c:pt idx="791">
                  <c:v>40391</c:v>
                </c:pt>
                <c:pt idx="792">
                  <c:v>39158</c:v>
                </c:pt>
                <c:pt idx="793">
                  <c:v>12335</c:v>
                </c:pt>
                <c:pt idx="794">
                  <c:v>38573</c:v>
                </c:pt>
                <c:pt idx="795">
                  <c:v>18842</c:v>
                </c:pt>
                <c:pt idx="796">
                  <c:v>20118</c:v>
                </c:pt>
                <c:pt idx="797">
                  <c:v>39243</c:v>
                </c:pt>
                <c:pt idx="798">
                  <c:v>15892</c:v>
                </c:pt>
                <c:pt idx="799">
                  <c:v>40351</c:v>
                </c:pt>
                <c:pt idx="800">
                  <c:v>47545</c:v>
                </c:pt>
                <c:pt idx="801">
                  <c:v>17305</c:v>
                </c:pt>
                <c:pt idx="802">
                  <c:v>17080</c:v>
                </c:pt>
                <c:pt idx="803">
                  <c:v>44773</c:v>
                </c:pt>
                <c:pt idx="804">
                  <c:v>32483</c:v>
                </c:pt>
                <c:pt idx="805">
                  <c:v>47700</c:v>
                </c:pt>
                <c:pt idx="806">
                  <c:v>23128</c:v>
                </c:pt>
                <c:pt idx="807">
                  <c:v>16883</c:v>
                </c:pt>
                <c:pt idx="808">
                  <c:v>32296</c:v>
                </c:pt>
                <c:pt idx="809">
                  <c:v>15090</c:v>
                </c:pt>
                <c:pt idx="810">
                  <c:v>30198</c:v>
                </c:pt>
                <c:pt idx="811">
                  <c:v>41544</c:v>
                </c:pt>
                <c:pt idx="812">
                  <c:v>42594</c:v>
                </c:pt>
                <c:pt idx="813">
                  <c:v>26772</c:v>
                </c:pt>
                <c:pt idx="814">
                  <c:v>31690</c:v>
                </c:pt>
                <c:pt idx="815">
                  <c:v>20914</c:v>
                </c:pt>
                <c:pt idx="816">
                  <c:v>36034</c:v>
                </c:pt>
                <c:pt idx="817">
                  <c:v>21647</c:v>
                </c:pt>
                <c:pt idx="818">
                  <c:v>21554</c:v>
                </c:pt>
                <c:pt idx="819">
                  <c:v>17152</c:v>
                </c:pt>
                <c:pt idx="820">
                  <c:v>21368</c:v>
                </c:pt>
                <c:pt idx="821">
                  <c:v>47413</c:v>
                </c:pt>
                <c:pt idx="822">
                  <c:v>2716</c:v>
                </c:pt>
                <c:pt idx="823">
                  <c:v>45863</c:v>
                </c:pt>
                <c:pt idx="824">
                  <c:v>48229</c:v>
                </c:pt>
                <c:pt idx="825">
                  <c:v>31849</c:v>
                </c:pt>
                <c:pt idx="826">
                  <c:v>8686</c:v>
                </c:pt>
                <c:pt idx="827">
                  <c:v>49686</c:v>
                </c:pt>
                <c:pt idx="828">
                  <c:v>10921</c:v>
                </c:pt>
                <c:pt idx="829">
                  <c:v>33896</c:v>
                </c:pt>
                <c:pt idx="830">
                  <c:v>31513</c:v>
                </c:pt>
                <c:pt idx="831">
                  <c:v>17944</c:v>
                </c:pt>
                <c:pt idx="832">
                  <c:v>14146</c:v>
                </c:pt>
                <c:pt idx="833">
                  <c:v>33186</c:v>
                </c:pt>
                <c:pt idx="834">
                  <c:v>24537</c:v>
                </c:pt>
                <c:pt idx="835">
                  <c:v>7989</c:v>
                </c:pt>
                <c:pt idx="836">
                  <c:v>9785</c:v>
                </c:pt>
                <c:pt idx="837">
                  <c:v>47021</c:v>
                </c:pt>
                <c:pt idx="838">
                  <c:v>28747</c:v>
                </c:pt>
                <c:pt idx="839">
                  <c:v>35093</c:v>
                </c:pt>
                <c:pt idx="840">
                  <c:v>22843</c:v>
                </c:pt>
                <c:pt idx="841">
                  <c:v>38503</c:v>
                </c:pt>
                <c:pt idx="842">
                  <c:v>45283</c:v>
                </c:pt>
                <c:pt idx="843">
                  <c:v>37150</c:v>
                </c:pt>
                <c:pt idx="844">
                  <c:v>23566</c:v>
                </c:pt>
                <c:pt idx="845">
                  <c:v>1557</c:v>
                </c:pt>
                <c:pt idx="846">
                  <c:v>38929</c:v>
                </c:pt>
                <c:pt idx="847">
                  <c:v>43358</c:v>
                </c:pt>
                <c:pt idx="848">
                  <c:v>30091</c:v>
                </c:pt>
                <c:pt idx="849">
                  <c:v>3052</c:v>
                </c:pt>
                <c:pt idx="850">
                  <c:v>31064</c:v>
                </c:pt>
                <c:pt idx="851">
                  <c:v>5580</c:v>
                </c:pt>
                <c:pt idx="852">
                  <c:v>35860</c:v>
                </c:pt>
                <c:pt idx="853">
                  <c:v>47893</c:v>
                </c:pt>
                <c:pt idx="854">
                  <c:v>47996</c:v>
                </c:pt>
                <c:pt idx="855">
                  <c:v>42501</c:v>
                </c:pt>
                <c:pt idx="856">
                  <c:v>7543</c:v>
                </c:pt>
                <c:pt idx="857">
                  <c:v>7779</c:v>
                </c:pt>
                <c:pt idx="858">
                  <c:v>35959</c:v>
                </c:pt>
                <c:pt idx="859">
                  <c:v>9471</c:v>
                </c:pt>
                <c:pt idx="860">
                  <c:v>26327</c:v>
                </c:pt>
                <c:pt idx="861">
                  <c:v>48313</c:v>
                </c:pt>
                <c:pt idx="862">
                  <c:v>45218</c:v>
                </c:pt>
                <c:pt idx="863">
                  <c:v>40130</c:v>
                </c:pt>
                <c:pt idx="864">
                  <c:v>283</c:v>
                </c:pt>
                <c:pt idx="865">
                  <c:v>7521</c:v>
                </c:pt>
                <c:pt idx="866">
                  <c:v>8055</c:v>
                </c:pt>
                <c:pt idx="867">
                  <c:v>28263</c:v>
                </c:pt>
                <c:pt idx="868">
                  <c:v>12942</c:v>
                </c:pt>
                <c:pt idx="869">
                  <c:v>27919</c:v>
                </c:pt>
                <c:pt idx="870">
                  <c:v>21349</c:v>
                </c:pt>
                <c:pt idx="871">
                  <c:v>27649</c:v>
                </c:pt>
                <c:pt idx="872">
                  <c:v>39484</c:v>
                </c:pt>
                <c:pt idx="873">
                  <c:v>2418</c:v>
                </c:pt>
                <c:pt idx="874">
                  <c:v>40105</c:v>
                </c:pt>
                <c:pt idx="875">
                  <c:v>22930</c:v>
                </c:pt>
                <c:pt idx="876">
                  <c:v>23757</c:v>
                </c:pt>
                <c:pt idx="877">
                  <c:v>6770</c:v>
                </c:pt>
                <c:pt idx="878">
                  <c:v>7105</c:v>
                </c:pt>
                <c:pt idx="879">
                  <c:v>35431</c:v>
                </c:pt>
                <c:pt idx="880">
                  <c:v>44812</c:v>
                </c:pt>
                <c:pt idx="881">
                  <c:v>16661</c:v>
                </c:pt>
                <c:pt idx="882">
                  <c:v>14207</c:v>
                </c:pt>
                <c:pt idx="883">
                  <c:v>3221</c:v>
                </c:pt>
                <c:pt idx="884">
                  <c:v>21572</c:v>
                </c:pt>
                <c:pt idx="885">
                  <c:v>38809</c:v>
                </c:pt>
                <c:pt idx="886">
                  <c:v>6525</c:v>
                </c:pt>
                <c:pt idx="887">
                  <c:v>36722</c:v>
                </c:pt>
                <c:pt idx="888">
                  <c:v>16506</c:v>
                </c:pt>
                <c:pt idx="889">
                  <c:v>45273</c:v>
                </c:pt>
                <c:pt idx="890">
                  <c:v>15062</c:v>
                </c:pt>
                <c:pt idx="891">
                  <c:v>30815</c:v>
                </c:pt>
                <c:pt idx="892">
                  <c:v>36508</c:v>
                </c:pt>
                <c:pt idx="893">
                  <c:v>31247</c:v>
                </c:pt>
                <c:pt idx="894">
                  <c:v>15350</c:v>
                </c:pt>
                <c:pt idx="895">
                  <c:v>7148</c:v>
                </c:pt>
                <c:pt idx="896">
                  <c:v>25411</c:v>
                </c:pt>
                <c:pt idx="897">
                  <c:v>28255</c:v>
                </c:pt>
                <c:pt idx="898">
                  <c:v>5070</c:v>
                </c:pt>
                <c:pt idx="899">
                  <c:v>39619</c:v>
                </c:pt>
                <c:pt idx="900">
                  <c:v>42495</c:v>
                </c:pt>
                <c:pt idx="901">
                  <c:v>24739</c:v>
                </c:pt>
                <c:pt idx="902">
                  <c:v>43167</c:v>
                </c:pt>
                <c:pt idx="903">
                  <c:v>43613</c:v>
                </c:pt>
                <c:pt idx="904">
                  <c:v>20357</c:v>
                </c:pt>
                <c:pt idx="905">
                  <c:v>40194</c:v>
                </c:pt>
                <c:pt idx="906">
                  <c:v>9064</c:v>
                </c:pt>
                <c:pt idx="907">
                  <c:v>21830</c:v>
                </c:pt>
                <c:pt idx="908">
                  <c:v>39424</c:v>
                </c:pt>
                <c:pt idx="909">
                  <c:v>30743</c:v>
                </c:pt>
                <c:pt idx="910">
                  <c:v>10132</c:v>
                </c:pt>
                <c:pt idx="911">
                  <c:v>20876</c:v>
                </c:pt>
                <c:pt idx="912">
                  <c:v>43153</c:v>
                </c:pt>
                <c:pt idx="913">
                  <c:v>3240</c:v>
                </c:pt>
                <c:pt idx="914">
                  <c:v>10626</c:v>
                </c:pt>
                <c:pt idx="915">
                  <c:v>30169</c:v>
                </c:pt>
                <c:pt idx="916">
                  <c:v>29914</c:v>
                </c:pt>
                <c:pt idx="917">
                  <c:v>30992</c:v>
                </c:pt>
                <c:pt idx="918">
                  <c:v>15799</c:v>
                </c:pt>
                <c:pt idx="919">
                  <c:v>10405</c:v>
                </c:pt>
                <c:pt idx="920">
                  <c:v>21497</c:v>
                </c:pt>
                <c:pt idx="921">
                  <c:v>42786</c:v>
                </c:pt>
                <c:pt idx="922">
                  <c:v>9124</c:v>
                </c:pt>
                <c:pt idx="923">
                  <c:v>35834</c:v>
                </c:pt>
                <c:pt idx="924">
                  <c:v>654</c:v>
                </c:pt>
                <c:pt idx="925">
                  <c:v>3847</c:v>
                </c:pt>
                <c:pt idx="926">
                  <c:v>40523</c:v>
                </c:pt>
                <c:pt idx="927">
                  <c:v>39917</c:v>
                </c:pt>
                <c:pt idx="928">
                  <c:v>23887</c:v>
                </c:pt>
                <c:pt idx="929">
                  <c:v>46629</c:v>
                </c:pt>
                <c:pt idx="930">
                  <c:v>27478</c:v>
                </c:pt>
                <c:pt idx="931">
                  <c:v>4925</c:v>
                </c:pt>
                <c:pt idx="932">
                  <c:v>35024</c:v>
                </c:pt>
                <c:pt idx="933">
                  <c:v>49387</c:v>
                </c:pt>
                <c:pt idx="934">
                  <c:v>30608</c:v>
                </c:pt>
                <c:pt idx="935">
                  <c:v>7628</c:v>
                </c:pt>
                <c:pt idx="936">
                  <c:v>44146</c:v>
                </c:pt>
                <c:pt idx="937">
                  <c:v>31016</c:v>
                </c:pt>
                <c:pt idx="938">
                  <c:v>47743</c:v>
                </c:pt>
                <c:pt idx="939">
                  <c:v>12754</c:v>
                </c:pt>
                <c:pt idx="940">
                  <c:v>45884</c:v>
                </c:pt>
                <c:pt idx="941">
                  <c:v>16991</c:v>
                </c:pt>
                <c:pt idx="942">
                  <c:v>20192</c:v>
                </c:pt>
                <c:pt idx="943">
                  <c:v>46867</c:v>
                </c:pt>
                <c:pt idx="944">
                  <c:v>20319</c:v>
                </c:pt>
                <c:pt idx="945">
                  <c:v>31857</c:v>
                </c:pt>
                <c:pt idx="946">
                  <c:v>4161</c:v>
                </c:pt>
                <c:pt idx="947">
                  <c:v>47314</c:v>
                </c:pt>
                <c:pt idx="948">
                  <c:v>34570</c:v>
                </c:pt>
                <c:pt idx="949">
                  <c:v>29747</c:v>
                </c:pt>
                <c:pt idx="950">
                  <c:v>24450</c:v>
                </c:pt>
                <c:pt idx="951">
                  <c:v>13994</c:v>
                </c:pt>
                <c:pt idx="952">
                  <c:v>23584</c:v>
                </c:pt>
                <c:pt idx="953">
                  <c:v>25139</c:v>
                </c:pt>
                <c:pt idx="954">
                  <c:v>25618</c:v>
                </c:pt>
                <c:pt idx="955">
                  <c:v>42045</c:v>
                </c:pt>
                <c:pt idx="956">
                  <c:v>33476</c:v>
                </c:pt>
                <c:pt idx="957">
                  <c:v>29215</c:v>
                </c:pt>
                <c:pt idx="958">
                  <c:v>34620</c:v>
                </c:pt>
                <c:pt idx="959">
                  <c:v>33480</c:v>
                </c:pt>
                <c:pt idx="960">
                  <c:v>8533</c:v>
                </c:pt>
                <c:pt idx="961">
                  <c:v>31900</c:v>
                </c:pt>
                <c:pt idx="962">
                  <c:v>30848</c:v>
                </c:pt>
                <c:pt idx="963">
                  <c:v>39579</c:v>
                </c:pt>
                <c:pt idx="964">
                  <c:v>35029</c:v>
                </c:pt>
                <c:pt idx="965">
                  <c:v>6288</c:v>
                </c:pt>
                <c:pt idx="966">
                  <c:v>32752</c:v>
                </c:pt>
                <c:pt idx="967">
                  <c:v>24422</c:v>
                </c:pt>
                <c:pt idx="968">
                  <c:v>31739</c:v>
                </c:pt>
                <c:pt idx="969">
                  <c:v>6977</c:v>
                </c:pt>
                <c:pt idx="970">
                  <c:v>9989</c:v>
                </c:pt>
                <c:pt idx="971">
                  <c:v>43146</c:v>
                </c:pt>
                <c:pt idx="972">
                  <c:v>48567</c:v>
                </c:pt>
                <c:pt idx="973">
                  <c:v>6189</c:v>
                </c:pt>
                <c:pt idx="974">
                  <c:v>46910</c:v>
                </c:pt>
                <c:pt idx="975">
                  <c:v>25737</c:v>
                </c:pt>
                <c:pt idx="976">
                  <c:v>38656</c:v>
                </c:pt>
                <c:pt idx="977">
                  <c:v>44567</c:v>
                </c:pt>
                <c:pt idx="978">
                  <c:v>16514</c:v>
                </c:pt>
                <c:pt idx="979">
                  <c:v>5066</c:v>
                </c:pt>
                <c:pt idx="980">
                  <c:v>46852</c:v>
                </c:pt>
                <c:pt idx="981">
                  <c:v>18013</c:v>
                </c:pt>
                <c:pt idx="982">
                  <c:v>36189</c:v>
                </c:pt>
                <c:pt idx="983">
                  <c:v>33518</c:v>
                </c:pt>
                <c:pt idx="984">
                  <c:v>3375</c:v>
                </c:pt>
                <c:pt idx="985">
                  <c:v>34140</c:v>
                </c:pt>
                <c:pt idx="986">
                  <c:v>17345</c:v>
                </c:pt>
                <c:pt idx="987">
                  <c:v>46528</c:v>
                </c:pt>
                <c:pt idx="988">
                  <c:v>21820</c:v>
                </c:pt>
                <c:pt idx="989">
                  <c:v>26365</c:v>
                </c:pt>
                <c:pt idx="990">
                  <c:v>34836</c:v>
                </c:pt>
                <c:pt idx="991">
                  <c:v>44626</c:v>
                </c:pt>
                <c:pt idx="992">
                  <c:v>7279</c:v>
                </c:pt>
                <c:pt idx="993">
                  <c:v>37930</c:v>
                </c:pt>
                <c:pt idx="994">
                  <c:v>44323</c:v>
                </c:pt>
                <c:pt idx="995">
                  <c:v>35406</c:v>
                </c:pt>
                <c:pt idx="996">
                  <c:v>18455</c:v>
                </c:pt>
                <c:pt idx="997">
                  <c:v>12972</c:v>
                </c:pt>
                <c:pt idx="998">
                  <c:v>2879</c:v>
                </c:pt>
                <c:pt idx="999">
                  <c:v>22494</c:v>
                </c:pt>
              </c:numCache>
            </c:numRef>
          </c:xVal>
          <c:yVal>
            <c:numRef>
              <c:f>Sheet1!$B$2:$B$1001</c:f>
              <c:numCache>
                <c:formatCode>General</c:formatCode>
                <c:ptCount val="1000"/>
                <c:pt idx="0">
                  <c:v>19808</c:v>
                </c:pt>
                <c:pt idx="1">
                  <c:v>139531</c:v>
                </c:pt>
                <c:pt idx="2">
                  <c:v>299928</c:v>
                </c:pt>
                <c:pt idx="3">
                  <c:v>256872</c:v>
                </c:pt>
                <c:pt idx="4">
                  <c:v>140366</c:v>
                </c:pt>
                <c:pt idx="5">
                  <c:v>323527</c:v>
                </c:pt>
                <c:pt idx="6">
                  <c:v>299985</c:v>
                </c:pt>
                <c:pt idx="7">
                  <c:v>28466</c:v>
                </c:pt>
                <c:pt idx="8">
                  <c:v>116929</c:v>
                </c:pt>
                <c:pt idx="9">
                  <c:v>144195</c:v>
                </c:pt>
                <c:pt idx="10">
                  <c:v>42454</c:v>
                </c:pt>
                <c:pt idx="11">
                  <c:v>283053</c:v>
                </c:pt>
                <c:pt idx="12">
                  <c:v>37068</c:v>
                </c:pt>
                <c:pt idx="13">
                  <c:v>96340</c:v>
                </c:pt>
                <c:pt idx="14">
                  <c:v>203722</c:v>
                </c:pt>
                <c:pt idx="15">
                  <c:v>201111</c:v>
                </c:pt>
                <c:pt idx="16">
                  <c:v>401091</c:v>
                </c:pt>
                <c:pt idx="17">
                  <c:v>7281</c:v>
                </c:pt>
                <c:pt idx="18">
                  <c:v>30613</c:v>
                </c:pt>
                <c:pt idx="19">
                  <c:v>190163</c:v>
                </c:pt>
                <c:pt idx="20">
                  <c:v>2345</c:v>
                </c:pt>
                <c:pt idx="21">
                  <c:v>107775</c:v>
                </c:pt>
                <c:pt idx="22">
                  <c:v>315765</c:v>
                </c:pt>
                <c:pt idx="23">
                  <c:v>22254</c:v>
                </c:pt>
                <c:pt idx="24">
                  <c:v>252489</c:v>
                </c:pt>
                <c:pt idx="25">
                  <c:v>354730</c:v>
                </c:pt>
                <c:pt idx="26">
                  <c:v>47675</c:v>
                </c:pt>
                <c:pt idx="27">
                  <c:v>72674</c:v>
                </c:pt>
                <c:pt idx="28">
                  <c:v>213937</c:v>
                </c:pt>
                <c:pt idx="29">
                  <c:v>42764</c:v>
                </c:pt>
                <c:pt idx="30">
                  <c:v>15831</c:v>
                </c:pt>
                <c:pt idx="31">
                  <c:v>174333</c:v>
                </c:pt>
                <c:pt idx="32">
                  <c:v>87780</c:v>
                </c:pt>
                <c:pt idx="33">
                  <c:v>234114</c:v>
                </c:pt>
                <c:pt idx="34">
                  <c:v>191587</c:v>
                </c:pt>
                <c:pt idx="35">
                  <c:v>359292</c:v>
                </c:pt>
                <c:pt idx="36">
                  <c:v>285228</c:v>
                </c:pt>
                <c:pt idx="37">
                  <c:v>19176</c:v>
                </c:pt>
                <c:pt idx="38">
                  <c:v>234168</c:v>
                </c:pt>
                <c:pt idx="39">
                  <c:v>3993</c:v>
                </c:pt>
                <c:pt idx="40">
                  <c:v>221830</c:v>
                </c:pt>
                <c:pt idx="41">
                  <c:v>119663</c:v>
                </c:pt>
                <c:pt idx="42">
                  <c:v>99129</c:v>
                </c:pt>
                <c:pt idx="43">
                  <c:v>86395</c:v>
                </c:pt>
                <c:pt idx="44">
                  <c:v>13425</c:v>
                </c:pt>
                <c:pt idx="45">
                  <c:v>12420</c:v>
                </c:pt>
                <c:pt idx="46">
                  <c:v>95299</c:v>
                </c:pt>
                <c:pt idx="47">
                  <c:v>124270</c:v>
                </c:pt>
                <c:pt idx="48">
                  <c:v>277514</c:v>
                </c:pt>
                <c:pt idx="49">
                  <c:v>123372</c:v>
                </c:pt>
                <c:pt idx="50">
                  <c:v>493678</c:v>
                </c:pt>
                <c:pt idx="51">
                  <c:v>27937</c:v>
                </c:pt>
                <c:pt idx="52">
                  <c:v>296421</c:v>
                </c:pt>
                <c:pt idx="53">
                  <c:v>264231</c:v>
                </c:pt>
                <c:pt idx="54">
                  <c:v>66608</c:v>
                </c:pt>
                <c:pt idx="55">
                  <c:v>246945</c:v>
                </c:pt>
                <c:pt idx="56">
                  <c:v>333687</c:v>
                </c:pt>
                <c:pt idx="57">
                  <c:v>44708</c:v>
                </c:pt>
                <c:pt idx="58">
                  <c:v>184045</c:v>
                </c:pt>
                <c:pt idx="59">
                  <c:v>101172</c:v>
                </c:pt>
                <c:pt idx="60">
                  <c:v>29263</c:v>
                </c:pt>
                <c:pt idx="61">
                  <c:v>17040</c:v>
                </c:pt>
                <c:pt idx="62">
                  <c:v>277416</c:v>
                </c:pt>
                <c:pt idx="63">
                  <c:v>244477</c:v>
                </c:pt>
                <c:pt idx="64">
                  <c:v>89055</c:v>
                </c:pt>
                <c:pt idx="65">
                  <c:v>174065</c:v>
                </c:pt>
                <c:pt idx="66">
                  <c:v>136833</c:v>
                </c:pt>
                <c:pt idx="67">
                  <c:v>206413</c:v>
                </c:pt>
                <c:pt idx="68">
                  <c:v>109163</c:v>
                </c:pt>
                <c:pt idx="69">
                  <c:v>218701</c:v>
                </c:pt>
                <c:pt idx="70">
                  <c:v>146099</c:v>
                </c:pt>
                <c:pt idx="71">
                  <c:v>25718</c:v>
                </c:pt>
                <c:pt idx="72">
                  <c:v>408777</c:v>
                </c:pt>
                <c:pt idx="73">
                  <c:v>86397</c:v>
                </c:pt>
                <c:pt idx="74">
                  <c:v>17767</c:v>
                </c:pt>
                <c:pt idx="75">
                  <c:v>110614</c:v>
                </c:pt>
                <c:pt idx="76">
                  <c:v>64708</c:v>
                </c:pt>
                <c:pt idx="77">
                  <c:v>35862</c:v>
                </c:pt>
                <c:pt idx="78">
                  <c:v>13130</c:v>
                </c:pt>
                <c:pt idx="79">
                  <c:v>411726</c:v>
                </c:pt>
                <c:pt idx="80">
                  <c:v>35099</c:v>
                </c:pt>
                <c:pt idx="81">
                  <c:v>439610</c:v>
                </c:pt>
                <c:pt idx="82">
                  <c:v>223452</c:v>
                </c:pt>
                <c:pt idx="83">
                  <c:v>142731</c:v>
                </c:pt>
                <c:pt idx="84">
                  <c:v>136627</c:v>
                </c:pt>
                <c:pt idx="85">
                  <c:v>48678</c:v>
                </c:pt>
                <c:pt idx="86">
                  <c:v>2094</c:v>
                </c:pt>
                <c:pt idx="87">
                  <c:v>163990</c:v>
                </c:pt>
                <c:pt idx="88">
                  <c:v>118003</c:v>
                </c:pt>
                <c:pt idx="89">
                  <c:v>405004</c:v>
                </c:pt>
                <c:pt idx="90">
                  <c:v>6910</c:v>
                </c:pt>
                <c:pt idx="91">
                  <c:v>230997</c:v>
                </c:pt>
                <c:pt idx="92">
                  <c:v>143752</c:v>
                </c:pt>
                <c:pt idx="93">
                  <c:v>213995</c:v>
                </c:pt>
                <c:pt idx="94">
                  <c:v>75639</c:v>
                </c:pt>
                <c:pt idx="95">
                  <c:v>291741</c:v>
                </c:pt>
                <c:pt idx="96">
                  <c:v>407456</c:v>
                </c:pt>
                <c:pt idx="97">
                  <c:v>62434</c:v>
                </c:pt>
                <c:pt idx="98">
                  <c:v>2768</c:v>
                </c:pt>
                <c:pt idx="99">
                  <c:v>27899</c:v>
                </c:pt>
                <c:pt idx="100">
                  <c:v>174941</c:v>
                </c:pt>
                <c:pt idx="101">
                  <c:v>122561</c:v>
                </c:pt>
                <c:pt idx="102">
                  <c:v>311181</c:v>
                </c:pt>
                <c:pt idx="103">
                  <c:v>51282</c:v>
                </c:pt>
                <c:pt idx="104">
                  <c:v>323841</c:v>
                </c:pt>
                <c:pt idx="105">
                  <c:v>5629</c:v>
                </c:pt>
                <c:pt idx="106">
                  <c:v>328896</c:v>
                </c:pt>
                <c:pt idx="107">
                  <c:v>147308</c:v>
                </c:pt>
                <c:pt idx="108">
                  <c:v>128420</c:v>
                </c:pt>
                <c:pt idx="109">
                  <c:v>33198</c:v>
                </c:pt>
                <c:pt idx="110">
                  <c:v>7917</c:v>
                </c:pt>
                <c:pt idx="111">
                  <c:v>100011</c:v>
                </c:pt>
                <c:pt idx="112">
                  <c:v>103918</c:v>
                </c:pt>
                <c:pt idx="113">
                  <c:v>224372</c:v>
                </c:pt>
                <c:pt idx="114">
                  <c:v>369482</c:v>
                </c:pt>
                <c:pt idx="115">
                  <c:v>42782</c:v>
                </c:pt>
                <c:pt idx="116">
                  <c:v>147501</c:v>
                </c:pt>
                <c:pt idx="117">
                  <c:v>166563</c:v>
                </c:pt>
                <c:pt idx="118">
                  <c:v>51591</c:v>
                </c:pt>
                <c:pt idx="119">
                  <c:v>35134</c:v>
                </c:pt>
                <c:pt idx="120">
                  <c:v>36304</c:v>
                </c:pt>
                <c:pt idx="121">
                  <c:v>113779</c:v>
                </c:pt>
                <c:pt idx="122">
                  <c:v>19026</c:v>
                </c:pt>
                <c:pt idx="123">
                  <c:v>325426</c:v>
                </c:pt>
                <c:pt idx="124">
                  <c:v>17041</c:v>
                </c:pt>
                <c:pt idx="125">
                  <c:v>248967</c:v>
                </c:pt>
                <c:pt idx="126">
                  <c:v>259301</c:v>
                </c:pt>
                <c:pt idx="127">
                  <c:v>210255</c:v>
                </c:pt>
                <c:pt idx="128">
                  <c:v>174667</c:v>
                </c:pt>
                <c:pt idx="129">
                  <c:v>243463</c:v>
                </c:pt>
                <c:pt idx="130">
                  <c:v>195200</c:v>
                </c:pt>
                <c:pt idx="131">
                  <c:v>299030</c:v>
                </c:pt>
                <c:pt idx="132">
                  <c:v>132772</c:v>
                </c:pt>
                <c:pt idx="133">
                  <c:v>429432</c:v>
                </c:pt>
                <c:pt idx="134">
                  <c:v>145301</c:v>
                </c:pt>
                <c:pt idx="135">
                  <c:v>63845</c:v>
                </c:pt>
                <c:pt idx="136">
                  <c:v>148741</c:v>
                </c:pt>
                <c:pt idx="137">
                  <c:v>180510</c:v>
                </c:pt>
                <c:pt idx="138">
                  <c:v>121252</c:v>
                </c:pt>
                <c:pt idx="139">
                  <c:v>226246</c:v>
                </c:pt>
                <c:pt idx="140">
                  <c:v>203324</c:v>
                </c:pt>
                <c:pt idx="141">
                  <c:v>181063</c:v>
                </c:pt>
                <c:pt idx="142">
                  <c:v>85717</c:v>
                </c:pt>
                <c:pt idx="143">
                  <c:v>27594</c:v>
                </c:pt>
                <c:pt idx="144">
                  <c:v>20741</c:v>
                </c:pt>
                <c:pt idx="145">
                  <c:v>112729</c:v>
                </c:pt>
                <c:pt idx="146">
                  <c:v>122496</c:v>
                </c:pt>
                <c:pt idx="147">
                  <c:v>16186</c:v>
                </c:pt>
                <c:pt idx="148">
                  <c:v>7895</c:v>
                </c:pt>
                <c:pt idx="149">
                  <c:v>333996</c:v>
                </c:pt>
                <c:pt idx="150">
                  <c:v>439499</c:v>
                </c:pt>
                <c:pt idx="151">
                  <c:v>340498</c:v>
                </c:pt>
                <c:pt idx="152">
                  <c:v>169197</c:v>
                </c:pt>
                <c:pt idx="153">
                  <c:v>191168</c:v>
                </c:pt>
                <c:pt idx="154">
                  <c:v>26010</c:v>
                </c:pt>
                <c:pt idx="155">
                  <c:v>36588</c:v>
                </c:pt>
                <c:pt idx="156">
                  <c:v>81620</c:v>
                </c:pt>
                <c:pt idx="157">
                  <c:v>199283</c:v>
                </c:pt>
                <c:pt idx="158">
                  <c:v>10851</c:v>
                </c:pt>
                <c:pt idx="159">
                  <c:v>437</c:v>
                </c:pt>
                <c:pt idx="160">
                  <c:v>203724</c:v>
                </c:pt>
                <c:pt idx="161">
                  <c:v>238984</c:v>
                </c:pt>
                <c:pt idx="162">
                  <c:v>410547</c:v>
                </c:pt>
                <c:pt idx="163">
                  <c:v>141200</c:v>
                </c:pt>
                <c:pt idx="164">
                  <c:v>125266</c:v>
                </c:pt>
                <c:pt idx="165">
                  <c:v>165725</c:v>
                </c:pt>
                <c:pt idx="166">
                  <c:v>299490</c:v>
                </c:pt>
                <c:pt idx="167">
                  <c:v>317306</c:v>
                </c:pt>
                <c:pt idx="168">
                  <c:v>120557</c:v>
                </c:pt>
                <c:pt idx="169">
                  <c:v>30869</c:v>
                </c:pt>
                <c:pt idx="170">
                  <c:v>8906</c:v>
                </c:pt>
                <c:pt idx="171">
                  <c:v>43713</c:v>
                </c:pt>
                <c:pt idx="172">
                  <c:v>241033</c:v>
                </c:pt>
                <c:pt idx="173">
                  <c:v>444514</c:v>
                </c:pt>
                <c:pt idx="174">
                  <c:v>196135</c:v>
                </c:pt>
                <c:pt idx="175">
                  <c:v>67402</c:v>
                </c:pt>
                <c:pt idx="176">
                  <c:v>28196</c:v>
                </c:pt>
                <c:pt idx="177">
                  <c:v>102099</c:v>
                </c:pt>
                <c:pt idx="178">
                  <c:v>7119</c:v>
                </c:pt>
                <c:pt idx="179">
                  <c:v>237885</c:v>
                </c:pt>
                <c:pt idx="180">
                  <c:v>10367</c:v>
                </c:pt>
                <c:pt idx="181">
                  <c:v>185035</c:v>
                </c:pt>
                <c:pt idx="182">
                  <c:v>88673</c:v>
                </c:pt>
                <c:pt idx="183">
                  <c:v>14920</c:v>
                </c:pt>
                <c:pt idx="184">
                  <c:v>26462</c:v>
                </c:pt>
                <c:pt idx="185">
                  <c:v>21002</c:v>
                </c:pt>
                <c:pt idx="186">
                  <c:v>150908</c:v>
                </c:pt>
                <c:pt idx="187">
                  <c:v>143878</c:v>
                </c:pt>
                <c:pt idx="188">
                  <c:v>38214</c:v>
                </c:pt>
                <c:pt idx="189">
                  <c:v>19590</c:v>
                </c:pt>
                <c:pt idx="190">
                  <c:v>105842</c:v>
                </c:pt>
                <c:pt idx="191">
                  <c:v>54797</c:v>
                </c:pt>
                <c:pt idx="192">
                  <c:v>274084</c:v>
                </c:pt>
                <c:pt idx="193">
                  <c:v>89287</c:v>
                </c:pt>
                <c:pt idx="194">
                  <c:v>219937</c:v>
                </c:pt>
                <c:pt idx="195">
                  <c:v>35489</c:v>
                </c:pt>
                <c:pt idx="196">
                  <c:v>252084</c:v>
                </c:pt>
                <c:pt idx="197">
                  <c:v>16634</c:v>
                </c:pt>
                <c:pt idx="198">
                  <c:v>220868</c:v>
                </c:pt>
                <c:pt idx="199">
                  <c:v>178649</c:v>
                </c:pt>
                <c:pt idx="200">
                  <c:v>142636</c:v>
                </c:pt>
                <c:pt idx="201">
                  <c:v>144704</c:v>
                </c:pt>
                <c:pt idx="202">
                  <c:v>48124</c:v>
                </c:pt>
                <c:pt idx="203">
                  <c:v>148804</c:v>
                </c:pt>
                <c:pt idx="204">
                  <c:v>16715</c:v>
                </c:pt>
                <c:pt idx="205">
                  <c:v>185424</c:v>
                </c:pt>
                <c:pt idx="206">
                  <c:v>21090</c:v>
                </c:pt>
                <c:pt idx="207">
                  <c:v>208853</c:v>
                </c:pt>
                <c:pt idx="208">
                  <c:v>177139</c:v>
                </c:pt>
                <c:pt idx="209">
                  <c:v>13264</c:v>
                </c:pt>
                <c:pt idx="210">
                  <c:v>49068</c:v>
                </c:pt>
                <c:pt idx="211">
                  <c:v>111865</c:v>
                </c:pt>
                <c:pt idx="212">
                  <c:v>130165</c:v>
                </c:pt>
                <c:pt idx="213">
                  <c:v>29838</c:v>
                </c:pt>
                <c:pt idx="214">
                  <c:v>47542</c:v>
                </c:pt>
                <c:pt idx="215">
                  <c:v>156220</c:v>
                </c:pt>
                <c:pt idx="216">
                  <c:v>121853</c:v>
                </c:pt>
                <c:pt idx="217">
                  <c:v>62200</c:v>
                </c:pt>
                <c:pt idx="218">
                  <c:v>34192</c:v>
                </c:pt>
                <c:pt idx="219">
                  <c:v>24428</c:v>
                </c:pt>
                <c:pt idx="220">
                  <c:v>490866</c:v>
                </c:pt>
                <c:pt idx="221">
                  <c:v>163237</c:v>
                </c:pt>
                <c:pt idx="222">
                  <c:v>394778</c:v>
                </c:pt>
                <c:pt idx="223">
                  <c:v>25337</c:v>
                </c:pt>
                <c:pt idx="224">
                  <c:v>36806</c:v>
                </c:pt>
                <c:pt idx="225">
                  <c:v>132824</c:v>
                </c:pt>
                <c:pt idx="226">
                  <c:v>86438</c:v>
                </c:pt>
                <c:pt idx="227">
                  <c:v>330724</c:v>
                </c:pt>
                <c:pt idx="228">
                  <c:v>280078</c:v>
                </c:pt>
                <c:pt idx="229">
                  <c:v>53794</c:v>
                </c:pt>
                <c:pt idx="230">
                  <c:v>22073</c:v>
                </c:pt>
                <c:pt idx="231">
                  <c:v>107318</c:v>
                </c:pt>
                <c:pt idx="232">
                  <c:v>41626</c:v>
                </c:pt>
                <c:pt idx="233">
                  <c:v>267837</c:v>
                </c:pt>
                <c:pt idx="234">
                  <c:v>397221</c:v>
                </c:pt>
                <c:pt idx="235">
                  <c:v>45049</c:v>
                </c:pt>
                <c:pt idx="236">
                  <c:v>200977</c:v>
                </c:pt>
                <c:pt idx="237">
                  <c:v>153374</c:v>
                </c:pt>
                <c:pt idx="238">
                  <c:v>8582</c:v>
                </c:pt>
                <c:pt idx="239">
                  <c:v>5944</c:v>
                </c:pt>
                <c:pt idx="240">
                  <c:v>33273</c:v>
                </c:pt>
                <c:pt idx="241">
                  <c:v>43529</c:v>
                </c:pt>
                <c:pt idx="242">
                  <c:v>296463</c:v>
                </c:pt>
                <c:pt idx="243">
                  <c:v>74724</c:v>
                </c:pt>
                <c:pt idx="244">
                  <c:v>178309</c:v>
                </c:pt>
                <c:pt idx="245">
                  <c:v>219522</c:v>
                </c:pt>
                <c:pt idx="246">
                  <c:v>75833</c:v>
                </c:pt>
                <c:pt idx="247">
                  <c:v>308555</c:v>
                </c:pt>
                <c:pt idx="248">
                  <c:v>138808</c:v>
                </c:pt>
                <c:pt idx="249">
                  <c:v>325228</c:v>
                </c:pt>
                <c:pt idx="250">
                  <c:v>64337</c:v>
                </c:pt>
                <c:pt idx="251">
                  <c:v>3311</c:v>
                </c:pt>
                <c:pt idx="252">
                  <c:v>177853</c:v>
                </c:pt>
                <c:pt idx="253">
                  <c:v>261457</c:v>
                </c:pt>
                <c:pt idx="254">
                  <c:v>43790</c:v>
                </c:pt>
                <c:pt idx="255">
                  <c:v>34758</c:v>
                </c:pt>
                <c:pt idx="256">
                  <c:v>43374</c:v>
                </c:pt>
                <c:pt idx="257">
                  <c:v>290919</c:v>
                </c:pt>
                <c:pt idx="258">
                  <c:v>47845</c:v>
                </c:pt>
                <c:pt idx="259">
                  <c:v>86462</c:v>
                </c:pt>
                <c:pt idx="260">
                  <c:v>175530</c:v>
                </c:pt>
                <c:pt idx="261">
                  <c:v>103626</c:v>
                </c:pt>
                <c:pt idx="262">
                  <c:v>54991</c:v>
                </c:pt>
                <c:pt idx="263">
                  <c:v>363318</c:v>
                </c:pt>
                <c:pt idx="264">
                  <c:v>51680</c:v>
                </c:pt>
                <c:pt idx="265">
                  <c:v>100658</c:v>
                </c:pt>
                <c:pt idx="266">
                  <c:v>248329</c:v>
                </c:pt>
                <c:pt idx="267">
                  <c:v>96527</c:v>
                </c:pt>
                <c:pt idx="268">
                  <c:v>82021</c:v>
                </c:pt>
                <c:pt idx="269">
                  <c:v>97122</c:v>
                </c:pt>
                <c:pt idx="270">
                  <c:v>150269</c:v>
                </c:pt>
                <c:pt idx="271">
                  <c:v>236009</c:v>
                </c:pt>
                <c:pt idx="272">
                  <c:v>180858</c:v>
                </c:pt>
                <c:pt idx="273">
                  <c:v>378494</c:v>
                </c:pt>
                <c:pt idx="274">
                  <c:v>259787</c:v>
                </c:pt>
                <c:pt idx="275">
                  <c:v>96867</c:v>
                </c:pt>
                <c:pt idx="276">
                  <c:v>52699</c:v>
                </c:pt>
                <c:pt idx="277">
                  <c:v>186520</c:v>
                </c:pt>
                <c:pt idx="278">
                  <c:v>97210</c:v>
                </c:pt>
                <c:pt idx="279">
                  <c:v>85324</c:v>
                </c:pt>
                <c:pt idx="280">
                  <c:v>34861</c:v>
                </c:pt>
                <c:pt idx="281">
                  <c:v>135765</c:v>
                </c:pt>
                <c:pt idx="282">
                  <c:v>185572</c:v>
                </c:pt>
                <c:pt idx="283">
                  <c:v>90068</c:v>
                </c:pt>
                <c:pt idx="284">
                  <c:v>81537</c:v>
                </c:pt>
                <c:pt idx="285">
                  <c:v>107666</c:v>
                </c:pt>
                <c:pt idx="286">
                  <c:v>214876</c:v>
                </c:pt>
                <c:pt idx="287">
                  <c:v>34201</c:v>
                </c:pt>
                <c:pt idx="288">
                  <c:v>106420</c:v>
                </c:pt>
                <c:pt idx="289">
                  <c:v>106182</c:v>
                </c:pt>
                <c:pt idx="290">
                  <c:v>78829</c:v>
                </c:pt>
                <c:pt idx="291">
                  <c:v>19210</c:v>
                </c:pt>
                <c:pt idx="292">
                  <c:v>25982</c:v>
                </c:pt>
                <c:pt idx="293">
                  <c:v>172830</c:v>
                </c:pt>
                <c:pt idx="294">
                  <c:v>199507</c:v>
                </c:pt>
                <c:pt idx="295">
                  <c:v>2599</c:v>
                </c:pt>
                <c:pt idx="296">
                  <c:v>26612</c:v>
                </c:pt>
                <c:pt idx="297">
                  <c:v>82133</c:v>
                </c:pt>
                <c:pt idx="298">
                  <c:v>171572</c:v>
                </c:pt>
                <c:pt idx="299">
                  <c:v>47546</c:v>
                </c:pt>
                <c:pt idx="300">
                  <c:v>7746</c:v>
                </c:pt>
                <c:pt idx="301">
                  <c:v>234450</c:v>
                </c:pt>
                <c:pt idx="302">
                  <c:v>49325</c:v>
                </c:pt>
                <c:pt idx="303">
                  <c:v>203820</c:v>
                </c:pt>
                <c:pt idx="304">
                  <c:v>3727</c:v>
                </c:pt>
                <c:pt idx="305">
                  <c:v>187088</c:v>
                </c:pt>
                <c:pt idx="306">
                  <c:v>302455</c:v>
                </c:pt>
                <c:pt idx="307">
                  <c:v>17409</c:v>
                </c:pt>
                <c:pt idx="308">
                  <c:v>123900</c:v>
                </c:pt>
                <c:pt idx="309">
                  <c:v>161107</c:v>
                </c:pt>
                <c:pt idx="310">
                  <c:v>138166</c:v>
                </c:pt>
                <c:pt idx="311">
                  <c:v>49496</c:v>
                </c:pt>
                <c:pt idx="312">
                  <c:v>343480</c:v>
                </c:pt>
                <c:pt idx="313">
                  <c:v>13776</c:v>
                </c:pt>
                <c:pt idx="314">
                  <c:v>129290</c:v>
                </c:pt>
                <c:pt idx="315">
                  <c:v>189277</c:v>
                </c:pt>
                <c:pt idx="316">
                  <c:v>43633</c:v>
                </c:pt>
                <c:pt idx="317">
                  <c:v>30228</c:v>
                </c:pt>
                <c:pt idx="318">
                  <c:v>199642</c:v>
                </c:pt>
                <c:pt idx="319">
                  <c:v>210038</c:v>
                </c:pt>
                <c:pt idx="320">
                  <c:v>162226</c:v>
                </c:pt>
                <c:pt idx="321">
                  <c:v>7741</c:v>
                </c:pt>
                <c:pt idx="322">
                  <c:v>113543</c:v>
                </c:pt>
                <c:pt idx="323">
                  <c:v>267105</c:v>
                </c:pt>
                <c:pt idx="324">
                  <c:v>1005</c:v>
                </c:pt>
                <c:pt idx="325">
                  <c:v>139502</c:v>
                </c:pt>
                <c:pt idx="326">
                  <c:v>318554</c:v>
                </c:pt>
                <c:pt idx="327">
                  <c:v>413892</c:v>
                </c:pt>
                <c:pt idx="328">
                  <c:v>134833</c:v>
                </c:pt>
                <c:pt idx="329">
                  <c:v>177865</c:v>
                </c:pt>
                <c:pt idx="330">
                  <c:v>8988</c:v>
                </c:pt>
                <c:pt idx="331">
                  <c:v>167796</c:v>
                </c:pt>
                <c:pt idx="332">
                  <c:v>65068</c:v>
                </c:pt>
                <c:pt idx="333">
                  <c:v>63886</c:v>
                </c:pt>
                <c:pt idx="334">
                  <c:v>134116</c:v>
                </c:pt>
                <c:pt idx="335">
                  <c:v>116374</c:v>
                </c:pt>
                <c:pt idx="336">
                  <c:v>192595</c:v>
                </c:pt>
                <c:pt idx="337">
                  <c:v>150743</c:v>
                </c:pt>
                <c:pt idx="338">
                  <c:v>425609</c:v>
                </c:pt>
                <c:pt idx="339">
                  <c:v>74620</c:v>
                </c:pt>
                <c:pt idx="340">
                  <c:v>137156</c:v>
                </c:pt>
                <c:pt idx="341">
                  <c:v>215803</c:v>
                </c:pt>
                <c:pt idx="342">
                  <c:v>54662</c:v>
                </c:pt>
                <c:pt idx="343">
                  <c:v>76444</c:v>
                </c:pt>
                <c:pt idx="344">
                  <c:v>109238</c:v>
                </c:pt>
                <c:pt idx="345">
                  <c:v>36944</c:v>
                </c:pt>
                <c:pt idx="346">
                  <c:v>67132</c:v>
                </c:pt>
                <c:pt idx="347">
                  <c:v>64665</c:v>
                </c:pt>
                <c:pt idx="348">
                  <c:v>378038</c:v>
                </c:pt>
                <c:pt idx="349">
                  <c:v>127614</c:v>
                </c:pt>
                <c:pt idx="350">
                  <c:v>103361</c:v>
                </c:pt>
                <c:pt idx="351">
                  <c:v>8163</c:v>
                </c:pt>
                <c:pt idx="352">
                  <c:v>245061</c:v>
                </c:pt>
                <c:pt idx="353">
                  <c:v>97693</c:v>
                </c:pt>
                <c:pt idx="354">
                  <c:v>5054</c:v>
                </c:pt>
                <c:pt idx="355">
                  <c:v>86401</c:v>
                </c:pt>
                <c:pt idx="356">
                  <c:v>113857</c:v>
                </c:pt>
                <c:pt idx="357">
                  <c:v>203412</c:v>
                </c:pt>
                <c:pt idx="358">
                  <c:v>318363</c:v>
                </c:pt>
                <c:pt idx="359">
                  <c:v>256458</c:v>
                </c:pt>
                <c:pt idx="360">
                  <c:v>190107</c:v>
                </c:pt>
                <c:pt idx="361">
                  <c:v>156222</c:v>
                </c:pt>
                <c:pt idx="362">
                  <c:v>299132</c:v>
                </c:pt>
                <c:pt idx="363">
                  <c:v>44751</c:v>
                </c:pt>
                <c:pt idx="364">
                  <c:v>474936</c:v>
                </c:pt>
                <c:pt idx="365">
                  <c:v>368980</c:v>
                </c:pt>
                <c:pt idx="366">
                  <c:v>93084</c:v>
                </c:pt>
                <c:pt idx="367">
                  <c:v>97973</c:v>
                </c:pt>
                <c:pt idx="368">
                  <c:v>128394</c:v>
                </c:pt>
                <c:pt idx="369">
                  <c:v>6050</c:v>
                </c:pt>
                <c:pt idx="370">
                  <c:v>85038</c:v>
                </c:pt>
                <c:pt idx="371">
                  <c:v>91225</c:v>
                </c:pt>
                <c:pt idx="372">
                  <c:v>157814</c:v>
                </c:pt>
                <c:pt idx="373">
                  <c:v>56623</c:v>
                </c:pt>
                <c:pt idx="374">
                  <c:v>34542</c:v>
                </c:pt>
                <c:pt idx="375">
                  <c:v>128638</c:v>
                </c:pt>
                <c:pt idx="376">
                  <c:v>105765</c:v>
                </c:pt>
                <c:pt idx="377">
                  <c:v>146991</c:v>
                </c:pt>
                <c:pt idx="378">
                  <c:v>78328</c:v>
                </c:pt>
                <c:pt idx="379">
                  <c:v>421025</c:v>
                </c:pt>
                <c:pt idx="380">
                  <c:v>239812</c:v>
                </c:pt>
                <c:pt idx="381">
                  <c:v>119391</c:v>
                </c:pt>
                <c:pt idx="382">
                  <c:v>78765</c:v>
                </c:pt>
                <c:pt idx="383">
                  <c:v>349768</c:v>
                </c:pt>
                <c:pt idx="384">
                  <c:v>309379</c:v>
                </c:pt>
                <c:pt idx="385">
                  <c:v>48696</c:v>
                </c:pt>
                <c:pt idx="386">
                  <c:v>376843</c:v>
                </c:pt>
                <c:pt idx="387">
                  <c:v>157079</c:v>
                </c:pt>
                <c:pt idx="388">
                  <c:v>23399</c:v>
                </c:pt>
                <c:pt idx="389">
                  <c:v>122983</c:v>
                </c:pt>
                <c:pt idx="390">
                  <c:v>35804</c:v>
                </c:pt>
                <c:pt idx="391">
                  <c:v>108717</c:v>
                </c:pt>
                <c:pt idx="392">
                  <c:v>105715</c:v>
                </c:pt>
                <c:pt idx="393">
                  <c:v>242216</c:v>
                </c:pt>
                <c:pt idx="394">
                  <c:v>165058</c:v>
                </c:pt>
                <c:pt idx="395">
                  <c:v>58810</c:v>
                </c:pt>
                <c:pt idx="396">
                  <c:v>439266</c:v>
                </c:pt>
                <c:pt idx="397">
                  <c:v>7584</c:v>
                </c:pt>
                <c:pt idx="398">
                  <c:v>78809</c:v>
                </c:pt>
                <c:pt idx="399">
                  <c:v>3587</c:v>
                </c:pt>
                <c:pt idx="400">
                  <c:v>91115</c:v>
                </c:pt>
                <c:pt idx="401">
                  <c:v>306956</c:v>
                </c:pt>
                <c:pt idx="402">
                  <c:v>15617</c:v>
                </c:pt>
                <c:pt idx="403">
                  <c:v>72125</c:v>
                </c:pt>
                <c:pt idx="404">
                  <c:v>48390</c:v>
                </c:pt>
                <c:pt idx="405">
                  <c:v>138762</c:v>
                </c:pt>
                <c:pt idx="406">
                  <c:v>22534</c:v>
                </c:pt>
                <c:pt idx="407">
                  <c:v>115016</c:v>
                </c:pt>
                <c:pt idx="408">
                  <c:v>33098</c:v>
                </c:pt>
                <c:pt idx="409">
                  <c:v>28925</c:v>
                </c:pt>
                <c:pt idx="410">
                  <c:v>144414</c:v>
                </c:pt>
                <c:pt idx="411">
                  <c:v>158545</c:v>
                </c:pt>
                <c:pt idx="412">
                  <c:v>66336</c:v>
                </c:pt>
                <c:pt idx="413">
                  <c:v>190335</c:v>
                </c:pt>
                <c:pt idx="414">
                  <c:v>74970</c:v>
                </c:pt>
                <c:pt idx="415">
                  <c:v>160300</c:v>
                </c:pt>
                <c:pt idx="416">
                  <c:v>230511</c:v>
                </c:pt>
                <c:pt idx="417">
                  <c:v>4419</c:v>
                </c:pt>
                <c:pt idx="418">
                  <c:v>1145</c:v>
                </c:pt>
                <c:pt idx="419">
                  <c:v>132611</c:v>
                </c:pt>
                <c:pt idx="420">
                  <c:v>51751</c:v>
                </c:pt>
                <c:pt idx="421">
                  <c:v>334585</c:v>
                </c:pt>
                <c:pt idx="422">
                  <c:v>3157</c:v>
                </c:pt>
                <c:pt idx="423">
                  <c:v>30641</c:v>
                </c:pt>
                <c:pt idx="424">
                  <c:v>187463</c:v>
                </c:pt>
                <c:pt idx="425">
                  <c:v>87893</c:v>
                </c:pt>
                <c:pt idx="426">
                  <c:v>203570</c:v>
                </c:pt>
                <c:pt idx="427">
                  <c:v>83145</c:v>
                </c:pt>
                <c:pt idx="428">
                  <c:v>268238</c:v>
                </c:pt>
                <c:pt idx="429">
                  <c:v>110512</c:v>
                </c:pt>
                <c:pt idx="430">
                  <c:v>30364</c:v>
                </c:pt>
                <c:pt idx="431">
                  <c:v>84856</c:v>
                </c:pt>
                <c:pt idx="432">
                  <c:v>439972</c:v>
                </c:pt>
                <c:pt idx="433">
                  <c:v>28812</c:v>
                </c:pt>
                <c:pt idx="434">
                  <c:v>1229</c:v>
                </c:pt>
                <c:pt idx="435">
                  <c:v>88586</c:v>
                </c:pt>
                <c:pt idx="436">
                  <c:v>223777</c:v>
                </c:pt>
                <c:pt idx="437">
                  <c:v>93549</c:v>
                </c:pt>
                <c:pt idx="438">
                  <c:v>11976</c:v>
                </c:pt>
                <c:pt idx="439">
                  <c:v>3839</c:v>
                </c:pt>
                <c:pt idx="440">
                  <c:v>15734</c:v>
                </c:pt>
                <c:pt idx="441">
                  <c:v>236399</c:v>
                </c:pt>
                <c:pt idx="442">
                  <c:v>85028</c:v>
                </c:pt>
                <c:pt idx="443">
                  <c:v>242290</c:v>
                </c:pt>
                <c:pt idx="444">
                  <c:v>82194</c:v>
                </c:pt>
                <c:pt idx="445">
                  <c:v>174737</c:v>
                </c:pt>
                <c:pt idx="446">
                  <c:v>34617</c:v>
                </c:pt>
                <c:pt idx="447">
                  <c:v>131686</c:v>
                </c:pt>
                <c:pt idx="448">
                  <c:v>439470</c:v>
                </c:pt>
                <c:pt idx="449">
                  <c:v>244608</c:v>
                </c:pt>
                <c:pt idx="450">
                  <c:v>226028</c:v>
                </c:pt>
                <c:pt idx="451">
                  <c:v>36308</c:v>
                </c:pt>
                <c:pt idx="452">
                  <c:v>5816</c:v>
                </c:pt>
                <c:pt idx="453">
                  <c:v>47927</c:v>
                </c:pt>
                <c:pt idx="454">
                  <c:v>246530</c:v>
                </c:pt>
                <c:pt idx="455">
                  <c:v>91618</c:v>
                </c:pt>
                <c:pt idx="456">
                  <c:v>71273</c:v>
                </c:pt>
                <c:pt idx="457">
                  <c:v>372913</c:v>
                </c:pt>
                <c:pt idx="458">
                  <c:v>144970</c:v>
                </c:pt>
                <c:pt idx="459">
                  <c:v>139085</c:v>
                </c:pt>
                <c:pt idx="460">
                  <c:v>9009</c:v>
                </c:pt>
                <c:pt idx="461">
                  <c:v>216126</c:v>
                </c:pt>
                <c:pt idx="462">
                  <c:v>440457</c:v>
                </c:pt>
                <c:pt idx="463">
                  <c:v>124791</c:v>
                </c:pt>
                <c:pt idx="464">
                  <c:v>189183</c:v>
                </c:pt>
                <c:pt idx="465">
                  <c:v>170900</c:v>
                </c:pt>
                <c:pt idx="466">
                  <c:v>176483</c:v>
                </c:pt>
                <c:pt idx="467">
                  <c:v>153670</c:v>
                </c:pt>
                <c:pt idx="468">
                  <c:v>42817</c:v>
                </c:pt>
                <c:pt idx="469">
                  <c:v>135857</c:v>
                </c:pt>
                <c:pt idx="470">
                  <c:v>324318</c:v>
                </c:pt>
                <c:pt idx="471">
                  <c:v>275300</c:v>
                </c:pt>
                <c:pt idx="472">
                  <c:v>48583</c:v>
                </c:pt>
                <c:pt idx="473">
                  <c:v>66289</c:v>
                </c:pt>
                <c:pt idx="474">
                  <c:v>163607</c:v>
                </c:pt>
                <c:pt idx="475">
                  <c:v>242884</c:v>
                </c:pt>
                <c:pt idx="476">
                  <c:v>1495</c:v>
                </c:pt>
                <c:pt idx="477">
                  <c:v>70841</c:v>
                </c:pt>
                <c:pt idx="478">
                  <c:v>311661</c:v>
                </c:pt>
                <c:pt idx="479">
                  <c:v>8287</c:v>
                </c:pt>
                <c:pt idx="480">
                  <c:v>67602</c:v>
                </c:pt>
                <c:pt idx="481">
                  <c:v>16454</c:v>
                </c:pt>
                <c:pt idx="482">
                  <c:v>242975</c:v>
                </c:pt>
                <c:pt idx="483">
                  <c:v>45338</c:v>
                </c:pt>
                <c:pt idx="484">
                  <c:v>278427</c:v>
                </c:pt>
                <c:pt idx="485">
                  <c:v>82111</c:v>
                </c:pt>
                <c:pt idx="486">
                  <c:v>39407</c:v>
                </c:pt>
                <c:pt idx="487">
                  <c:v>249899</c:v>
                </c:pt>
                <c:pt idx="488">
                  <c:v>167678</c:v>
                </c:pt>
                <c:pt idx="489">
                  <c:v>432103</c:v>
                </c:pt>
                <c:pt idx="490">
                  <c:v>189760</c:v>
                </c:pt>
                <c:pt idx="491">
                  <c:v>111006</c:v>
                </c:pt>
                <c:pt idx="492">
                  <c:v>100147</c:v>
                </c:pt>
                <c:pt idx="493">
                  <c:v>81607</c:v>
                </c:pt>
                <c:pt idx="494">
                  <c:v>768</c:v>
                </c:pt>
                <c:pt idx="495">
                  <c:v>150899</c:v>
                </c:pt>
                <c:pt idx="496">
                  <c:v>95387</c:v>
                </c:pt>
                <c:pt idx="497">
                  <c:v>99705</c:v>
                </c:pt>
                <c:pt idx="498">
                  <c:v>65413</c:v>
                </c:pt>
                <c:pt idx="499">
                  <c:v>107029</c:v>
                </c:pt>
                <c:pt idx="500">
                  <c:v>26648</c:v>
                </c:pt>
                <c:pt idx="501">
                  <c:v>110260</c:v>
                </c:pt>
                <c:pt idx="502">
                  <c:v>40226</c:v>
                </c:pt>
                <c:pt idx="503">
                  <c:v>12495</c:v>
                </c:pt>
                <c:pt idx="504">
                  <c:v>121322</c:v>
                </c:pt>
                <c:pt idx="505">
                  <c:v>253864</c:v>
                </c:pt>
                <c:pt idx="506">
                  <c:v>23973</c:v>
                </c:pt>
                <c:pt idx="507">
                  <c:v>376982</c:v>
                </c:pt>
                <c:pt idx="508">
                  <c:v>70626</c:v>
                </c:pt>
                <c:pt idx="509">
                  <c:v>80290</c:v>
                </c:pt>
                <c:pt idx="510">
                  <c:v>348147</c:v>
                </c:pt>
                <c:pt idx="511">
                  <c:v>101845</c:v>
                </c:pt>
                <c:pt idx="512">
                  <c:v>30211</c:v>
                </c:pt>
                <c:pt idx="513">
                  <c:v>252904</c:v>
                </c:pt>
                <c:pt idx="514">
                  <c:v>16250</c:v>
                </c:pt>
                <c:pt idx="515">
                  <c:v>98418</c:v>
                </c:pt>
                <c:pt idx="516">
                  <c:v>139534</c:v>
                </c:pt>
                <c:pt idx="517">
                  <c:v>146640</c:v>
                </c:pt>
                <c:pt idx="518">
                  <c:v>64916</c:v>
                </c:pt>
                <c:pt idx="519">
                  <c:v>288941</c:v>
                </c:pt>
                <c:pt idx="520">
                  <c:v>105955</c:v>
                </c:pt>
                <c:pt idx="521">
                  <c:v>47870</c:v>
                </c:pt>
                <c:pt idx="522">
                  <c:v>47848</c:v>
                </c:pt>
                <c:pt idx="523">
                  <c:v>5264</c:v>
                </c:pt>
                <c:pt idx="524">
                  <c:v>45334</c:v>
                </c:pt>
                <c:pt idx="525">
                  <c:v>97802</c:v>
                </c:pt>
                <c:pt idx="526">
                  <c:v>124324</c:v>
                </c:pt>
                <c:pt idx="527">
                  <c:v>48906</c:v>
                </c:pt>
                <c:pt idx="528">
                  <c:v>112631</c:v>
                </c:pt>
                <c:pt idx="529">
                  <c:v>40251</c:v>
                </c:pt>
                <c:pt idx="530">
                  <c:v>144096</c:v>
                </c:pt>
                <c:pt idx="531">
                  <c:v>362371</c:v>
                </c:pt>
                <c:pt idx="532">
                  <c:v>125183</c:v>
                </c:pt>
                <c:pt idx="533">
                  <c:v>107330</c:v>
                </c:pt>
                <c:pt idx="534">
                  <c:v>57014</c:v>
                </c:pt>
                <c:pt idx="535">
                  <c:v>184193</c:v>
                </c:pt>
                <c:pt idx="536">
                  <c:v>19383</c:v>
                </c:pt>
                <c:pt idx="537">
                  <c:v>81640</c:v>
                </c:pt>
                <c:pt idx="538">
                  <c:v>54878</c:v>
                </c:pt>
                <c:pt idx="539">
                  <c:v>240884</c:v>
                </c:pt>
                <c:pt idx="540">
                  <c:v>48216</c:v>
                </c:pt>
                <c:pt idx="541">
                  <c:v>299335</c:v>
                </c:pt>
                <c:pt idx="542">
                  <c:v>156204</c:v>
                </c:pt>
                <c:pt idx="543">
                  <c:v>14634</c:v>
                </c:pt>
                <c:pt idx="544">
                  <c:v>231048</c:v>
                </c:pt>
                <c:pt idx="545">
                  <c:v>419975</c:v>
                </c:pt>
                <c:pt idx="546">
                  <c:v>32636</c:v>
                </c:pt>
                <c:pt idx="547">
                  <c:v>105473</c:v>
                </c:pt>
                <c:pt idx="548">
                  <c:v>207548</c:v>
                </c:pt>
                <c:pt idx="549">
                  <c:v>54089</c:v>
                </c:pt>
                <c:pt idx="550">
                  <c:v>70228</c:v>
                </c:pt>
                <c:pt idx="551">
                  <c:v>190160</c:v>
                </c:pt>
                <c:pt idx="552">
                  <c:v>338531</c:v>
                </c:pt>
                <c:pt idx="553">
                  <c:v>74022</c:v>
                </c:pt>
                <c:pt idx="554">
                  <c:v>126105</c:v>
                </c:pt>
                <c:pt idx="555">
                  <c:v>9639</c:v>
                </c:pt>
                <c:pt idx="556">
                  <c:v>254734</c:v>
                </c:pt>
                <c:pt idx="557">
                  <c:v>34605</c:v>
                </c:pt>
                <c:pt idx="558">
                  <c:v>66134</c:v>
                </c:pt>
                <c:pt idx="559">
                  <c:v>141402</c:v>
                </c:pt>
                <c:pt idx="560">
                  <c:v>6151</c:v>
                </c:pt>
                <c:pt idx="561">
                  <c:v>107698</c:v>
                </c:pt>
                <c:pt idx="562">
                  <c:v>18904</c:v>
                </c:pt>
                <c:pt idx="563">
                  <c:v>396907</c:v>
                </c:pt>
                <c:pt idx="564">
                  <c:v>217968</c:v>
                </c:pt>
                <c:pt idx="565">
                  <c:v>215479</c:v>
                </c:pt>
                <c:pt idx="566">
                  <c:v>261998</c:v>
                </c:pt>
                <c:pt idx="567">
                  <c:v>432513</c:v>
                </c:pt>
                <c:pt idx="568">
                  <c:v>143245</c:v>
                </c:pt>
                <c:pt idx="569">
                  <c:v>65108</c:v>
                </c:pt>
                <c:pt idx="570">
                  <c:v>100104</c:v>
                </c:pt>
                <c:pt idx="571">
                  <c:v>78011</c:v>
                </c:pt>
                <c:pt idx="572">
                  <c:v>98081</c:v>
                </c:pt>
                <c:pt idx="573">
                  <c:v>15440</c:v>
                </c:pt>
                <c:pt idx="574">
                  <c:v>294354</c:v>
                </c:pt>
                <c:pt idx="575">
                  <c:v>2892</c:v>
                </c:pt>
                <c:pt idx="576">
                  <c:v>107776</c:v>
                </c:pt>
                <c:pt idx="577">
                  <c:v>186073</c:v>
                </c:pt>
                <c:pt idx="578">
                  <c:v>211946</c:v>
                </c:pt>
                <c:pt idx="579">
                  <c:v>359775</c:v>
                </c:pt>
                <c:pt idx="580">
                  <c:v>104186</c:v>
                </c:pt>
                <c:pt idx="581">
                  <c:v>130702</c:v>
                </c:pt>
                <c:pt idx="582">
                  <c:v>97826</c:v>
                </c:pt>
                <c:pt idx="583">
                  <c:v>38213</c:v>
                </c:pt>
                <c:pt idx="584">
                  <c:v>154420</c:v>
                </c:pt>
                <c:pt idx="585">
                  <c:v>40149</c:v>
                </c:pt>
                <c:pt idx="586">
                  <c:v>10884</c:v>
                </c:pt>
                <c:pt idx="587">
                  <c:v>228956</c:v>
                </c:pt>
                <c:pt idx="588">
                  <c:v>18229</c:v>
                </c:pt>
                <c:pt idx="589">
                  <c:v>29313</c:v>
                </c:pt>
                <c:pt idx="590">
                  <c:v>3859</c:v>
                </c:pt>
                <c:pt idx="591">
                  <c:v>23788</c:v>
                </c:pt>
                <c:pt idx="592">
                  <c:v>23935</c:v>
                </c:pt>
                <c:pt idx="593">
                  <c:v>141647</c:v>
                </c:pt>
                <c:pt idx="594">
                  <c:v>15515</c:v>
                </c:pt>
                <c:pt idx="595">
                  <c:v>6281</c:v>
                </c:pt>
                <c:pt idx="596">
                  <c:v>208572</c:v>
                </c:pt>
                <c:pt idx="597">
                  <c:v>28767</c:v>
                </c:pt>
                <c:pt idx="598">
                  <c:v>141014</c:v>
                </c:pt>
                <c:pt idx="599">
                  <c:v>153104</c:v>
                </c:pt>
                <c:pt idx="600">
                  <c:v>350597</c:v>
                </c:pt>
                <c:pt idx="601">
                  <c:v>15069</c:v>
                </c:pt>
                <c:pt idx="602">
                  <c:v>23158</c:v>
                </c:pt>
                <c:pt idx="603">
                  <c:v>370229</c:v>
                </c:pt>
                <c:pt idx="604">
                  <c:v>29540</c:v>
                </c:pt>
                <c:pt idx="605">
                  <c:v>270574</c:v>
                </c:pt>
                <c:pt idx="606">
                  <c:v>83150</c:v>
                </c:pt>
                <c:pt idx="607">
                  <c:v>155811</c:v>
                </c:pt>
                <c:pt idx="608">
                  <c:v>17071</c:v>
                </c:pt>
                <c:pt idx="609">
                  <c:v>35903</c:v>
                </c:pt>
                <c:pt idx="610">
                  <c:v>47539</c:v>
                </c:pt>
                <c:pt idx="611">
                  <c:v>109792</c:v>
                </c:pt>
                <c:pt idx="612">
                  <c:v>22073</c:v>
                </c:pt>
                <c:pt idx="613">
                  <c:v>359892</c:v>
                </c:pt>
                <c:pt idx="614">
                  <c:v>69240</c:v>
                </c:pt>
                <c:pt idx="615">
                  <c:v>126402</c:v>
                </c:pt>
                <c:pt idx="616">
                  <c:v>87387</c:v>
                </c:pt>
                <c:pt idx="617">
                  <c:v>28363</c:v>
                </c:pt>
                <c:pt idx="618">
                  <c:v>115133</c:v>
                </c:pt>
                <c:pt idx="619">
                  <c:v>64865</c:v>
                </c:pt>
                <c:pt idx="620">
                  <c:v>119906</c:v>
                </c:pt>
                <c:pt idx="621">
                  <c:v>266207</c:v>
                </c:pt>
                <c:pt idx="622">
                  <c:v>482552</c:v>
                </c:pt>
                <c:pt idx="623">
                  <c:v>251741</c:v>
                </c:pt>
                <c:pt idx="624">
                  <c:v>420808</c:v>
                </c:pt>
                <c:pt idx="625">
                  <c:v>142399</c:v>
                </c:pt>
                <c:pt idx="626">
                  <c:v>33194</c:v>
                </c:pt>
                <c:pt idx="627">
                  <c:v>46022</c:v>
                </c:pt>
                <c:pt idx="628">
                  <c:v>318589</c:v>
                </c:pt>
                <c:pt idx="629">
                  <c:v>422321</c:v>
                </c:pt>
                <c:pt idx="630">
                  <c:v>112030</c:v>
                </c:pt>
                <c:pt idx="631">
                  <c:v>141760</c:v>
                </c:pt>
                <c:pt idx="632">
                  <c:v>58079</c:v>
                </c:pt>
                <c:pt idx="633">
                  <c:v>772</c:v>
                </c:pt>
                <c:pt idx="634">
                  <c:v>97167</c:v>
                </c:pt>
                <c:pt idx="635">
                  <c:v>51838</c:v>
                </c:pt>
                <c:pt idx="636">
                  <c:v>97530</c:v>
                </c:pt>
                <c:pt idx="637">
                  <c:v>3971</c:v>
                </c:pt>
                <c:pt idx="638">
                  <c:v>38697</c:v>
                </c:pt>
                <c:pt idx="639">
                  <c:v>34303</c:v>
                </c:pt>
                <c:pt idx="640">
                  <c:v>20626</c:v>
                </c:pt>
                <c:pt idx="641">
                  <c:v>355910</c:v>
                </c:pt>
                <c:pt idx="642">
                  <c:v>70471</c:v>
                </c:pt>
                <c:pt idx="643">
                  <c:v>134061</c:v>
                </c:pt>
                <c:pt idx="644">
                  <c:v>81397</c:v>
                </c:pt>
                <c:pt idx="645">
                  <c:v>106265</c:v>
                </c:pt>
                <c:pt idx="646">
                  <c:v>11207</c:v>
                </c:pt>
                <c:pt idx="647">
                  <c:v>221068</c:v>
                </c:pt>
                <c:pt idx="648">
                  <c:v>22401</c:v>
                </c:pt>
                <c:pt idx="649">
                  <c:v>192835</c:v>
                </c:pt>
                <c:pt idx="650">
                  <c:v>229528</c:v>
                </c:pt>
                <c:pt idx="651">
                  <c:v>211333</c:v>
                </c:pt>
                <c:pt idx="652">
                  <c:v>129925</c:v>
                </c:pt>
                <c:pt idx="653">
                  <c:v>12256</c:v>
                </c:pt>
                <c:pt idx="654">
                  <c:v>300593</c:v>
                </c:pt>
                <c:pt idx="655">
                  <c:v>103075</c:v>
                </c:pt>
                <c:pt idx="656">
                  <c:v>462701</c:v>
                </c:pt>
                <c:pt idx="657">
                  <c:v>167620</c:v>
                </c:pt>
                <c:pt idx="658">
                  <c:v>76132</c:v>
                </c:pt>
                <c:pt idx="659">
                  <c:v>84656</c:v>
                </c:pt>
                <c:pt idx="660">
                  <c:v>14492</c:v>
                </c:pt>
                <c:pt idx="661">
                  <c:v>175604</c:v>
                </c:pt>
                <c:pt idx="662">
                  <c:v>184654</c:v>
                </c:pt>
                <c:pt idx="663">
                  <c:v>191186</c:v>
                </c:pt>
                <c:pt idx="664">
                  <c:v>270087</c:v>
                </c:pt>
                <c:pt idx="665">
                  <c:v>230210</c:v>
                </c:pt>
                <c:pt idx="666">
                  <c:v>193199</c:v>
                </c:pt>
                <c:pt idx="667">
                  <c:v>62004</c:v>
                </c:pt>
                <c:pt idx="668">
                  <c:v>412681</c:v>
                </c:pt>
                <c:pt idx="669">
                  <c:v>140329</c:v>
                </c:pt>
                <c:pt idx="670">
                  <c:v>202154</c:v>
                </c:pt>
                <c:pt idx="671">
                  <c:v>63231</c:v>
                </c:pt>
                <c:pt idx="672">
                  <c:v>17213</c:v>
                </c:pt>
                <c:pt idx="673">
                  <c:v>14756</c:v>
                </c:pt>
                <c:pt idx="674">
                  <c:v>108471</c:v>
                </c:pt>
                <c:pt idx="675">
                  <c:v>45063</c:v>
                </c:pt>
                <c:pt idx="676">
                  <c:v>84806</c:v>
                </c:pt>
                <c:pt idx="677">
                  <c:v>52501</c:v>
                </c:pt>
                <c:pt idx="678">
                  <c:v>237005</c:v>
                </c:pt>
                <c:pt idx="679">
                  <c:v>85364</c:v>
                </c:pt>
                <c:pt idx="680">
                  <c:v>392424</c:v>
                </c:pt>
                <c:pt idx="681">
                  <c:v>90746</c:v>
                </c:pt>
                <c:pt idx="682">
                  <c:v>172543</c:v>
                </c:pt>
                <c:pt idx="683">
                  <c:v>151195</c:v>
                </c:pt>
                <c:pt idx="684">
                  <c:v>120078</c:v>
                </c:pt>
                <c:pt idx="685">
                  <c:v>121791</c:v>
                </c:pt>
                <c:pt idx="686">
                  <c:v>99839</c:v>
                </c:pt>
                <c:pt idx="687">
                  <c:v>144829</c:v>
                </c:pt>
                <c:pt idx="688">
                  <c:v>360621</c:v>
                </c:pt>
                <c:pt idx="689">
                  <c:v>287434</c:v>
                </c:pt>
                <c:pt idx="690">
                  <c:v>285283</c:v>
                </c:pt>
                <c:pt idx="691">
                  <c:v>458775</c:v>
                </c:pt>
                <c:pt idx="692">
                  <c:v>104971</c:v>
                </c:pt>
                <c:pt idx="693">
                  <c:v>6430</c:v>
                </c:pt>
                <c:pt idx="694">
                  <c:v>107745</c:v>
                </c:pt>
                <c:pt idx="695">
                  <c:v>265231</c:v>
                </c:pt>
                <c:pt idx="696">
                  <c:v>124305</c:v>
                </c:pt>
                <c:pt idx="697">
                  <c:v>175457</c:v>
                </c:pt>
                <c:pt idx="698">
                  <c:v>106275</c:v>
                </c:pt>
                <c:pt idx="699">
                  <c:v>76257</c:v>
                </c:pt>
                <c:pt idx="700">
                  <c:v>254007</c:v>
                </c:pt>
                <c:pt idx="701">
                  <c:v>130323</c:v>
                </c:pt>
                <c:pt idx="702">
                  <c:v>13706</c:v>
                </c:pt>
                <c:pt idx="703">
                  <c:v>34477</c:v>
                </c:pt>
                <c:pt idx="704">
                  <c:v>69756</c:v>
                </c:pt>
                <c:pt idx="705">
                  <c:v>285181</c:v>
                </c:pt>
                <c:pt idx="706">
                  <c:v>74556</c:v>
                </c:pt>
                <c:pt idx="707">
                  <c:v>76085</c:v>
                </c:pt>
                <c:pt idx="708">
                  <c:v>70819</c:v>
                </c:pt>
                <c:pt idx="709">
                  <c:v>113673</c:v>
                </c:pt>
                <c:pt idx="710">
                  <c:v>217667</c:v>
                </c:pt>
                <c:pt idx="711">
                  <c:v>167313</c:v>
                </c:pt>
                <c:pt idx="712">
                  <c:v>470799</c:v>
                </c:pt>
                <c:pt idx="713">
                  <c:v>60404</c:v>
                </c:pt>
                <c:pt idx="714">
                  <c:v>197342</c:v>
                </c:pt>
                <c:pt idx="715">
                  <c:v>39343</c:v>
                </c:pt>
                <c:pt idx="716">
                  <c:v>210571</c:v>
                </c:pt>
                <c:pt idx="717">
                  <c:v>75060</c:v>
                </c:pt>
                <c:pt idx="718">
                  <c:v>170570</c:v>
                </c:pt>
                <c:pt idx="719">
                  <c:v>163013</c:v>
                </c:pt>
                <c:pt idx="720">
                  <c:v>220973</c:v>
                </c:pt>
                <c:pt idx="721">
                  <c:v>444016</c:v>
                </c:pt>
                <c:pt idx="722">
                  <c:v>10934</c:v>
                </c:pt>
                <c:pt idx="723">
                  <c:v>284449</c:v>
                </c:pt>
                <c:pt idx="724">
                  <c:v>188414</c:v>
                </c:pt>
                <c:pt idx="725">
                  <c:v>122048</c:v>
                </c:pt>
                <c:pt idx="726">
                  <c:v>196003</c:v>
                </c:pt>
                <c:pt idx="727">
                  <c:v>120359</c:v>
                </c:pt>
                <c:pt idx="728">
                  <c:v>165938</c:v>
                </c:pt>
                <c:pt idx="729">
                  <c:v>80421</c:v>
                </c:pt>
                <c:pt idx="730">
                  <c:v>19203</c:v>
                </c:pt>
                <c:pt idx="731">
                  <c:v>162513</c:v>
                </c:pt>
                <c:pt idx="732">
                  <c:v>73388</c:v>
                </c:pt>
                <c:pt idx="733">
                  <c:v>152156</c:v>
                </c:pt>
                <c:pt idx="734">
                  <c:v>115264</c:v>
                </c:pt>
                <c:pt idx="735">
                  <c:v>2071</c:v>
                </c:pt>
                <c:pt idx="736">
                  <c:v>58569</c:v>
                </c:pt>
                <c:pt idx="737">
                  <c:v>77138</c:v>
                </c:pt>
                <c:pt idx="738">
                  <c:v>84393</c:v>
                </c:pt>
                <c:pt idx="739">
                  <c:v>3754</c:v>
                </c:pt>
                <c:pt idx="740">
                  <c:v>63588</c:v>
                </c:pt>
                <c:pt idx="741">
                  <c:v>137879</c:v>
                </c:pt>
                <c:pt idx="742">
                  <c:v>69539</c:v>
                </c:pt>
                <c:pt idx="743">
                  <c:v>319923</c:v>
                </c:pt>
                <c:pt idx="744">
                  <c:v>123894</c:v>
                </c:pt>
                <c:pt idx="745">
                  <c:v>245737</c:v>
                </c:pt>
                <c:pt idx="746">
                  <c:v>175336</c:v>
                </c:pt>
                <c:pt idx="747">
                  <c:v>92286</c:v>
                </c:pt>
                <c:pt idx="748">
                  <c:v>438081</c:v>
                </c:pt>
                <c:pt idx="749">
                  <c:v>146256</c:v>
                </c:pt>
                <c:pt idx="750">
                  <c:v>139876</c:v>
                </c:pt>
                <c:pt idx="751">
                  <c:v>17299</c:v>
                </c:pt>
                <c:pt idx="752">
                  <c:v>51372</c:v>
                </c:pt>
                <c:pt idx="753">
                  <c:v>242702</c:v>
                </c:pt>
                <c:pt idx="754">
                  <c:v>20669</c:v>
                </c:pt>
                <c:pt idx="755">
                  <c:v>133045</c:v>
                </c:pt>
                <c:pt idx="756">
                  <c:v>47212</c:v>
                </c:pt>
                <c:pt idx="757">
                  <c:v>256986</c:v>
                </c:pt>
                <c:pt idx="758">
                  <c:v>257760</c:v>
                </c:pt>
                <c:pt idx="759">
                  <c:v>29862</c:v>
                </c:pt>
                <c:pt idx="760">
                  <c:v>163133</c:v>
                </c:pt>
                <c:pt idx="761">
                  <c:v>89125</c:v>
                </c:pt>
                <c:pt idx="762">
                  <c:v>492174</c:v>
                </c:pt>
                <c:pt idx="763">
                  <c:v>73262</c:v>
                </c:pt>
                <c:pt idx="764">
                  <c:v>16651</c:v>
                </c:pt>
                <c:pt idx="765">
                  <c:v>12225</c:v>
                </c:pt>
                <c:pt idx="766">
                  <c:v>198200</c:v>
                </c:pt>
                <c:pt idx="767">
                  <c:v>42736</c:v>
                </c:pt>
                <c:pt idx="768">
                  <c:v>72852</c:v>
                </c:pt>
                <c:pt idx="769">
                  <c:v>12122</c:v>
                </c:pt>
                <c:pt idx="770">
                  <c:v>59122</c:v>
                </c:pt>
                <c:pt idx="771">
                  <c:v>3954</c:v>
                </c:pt>
                <c:pt idx="772">
                  <c:v>92847</c:v>
                </c:pt>
                <c:pt idx="773">
                  <c:v>210141</c:v>
                </c:pt>
                <c:pt idx="774">
                  <c:v>86309</c:v>
                </c:pt>
                <c:pt idx="775">
                  <c:v>178545</c:v>
                </c:pt>
                <c:pt idx="776">
                  <c:v>91076</c:v>
                </c:pt>
                <c:pt idx="777">
                  <c:v>116728</c:v>
                </c:pt>
                <c:pt idx="778">
                  <c:v>64308</c:v>
                </c:pt>
                <c:pt idx="779">
                  <c:v>47618</c:v>
                </c:pt>
                <c:pt idx="780">
                  <c:v>100442</c:v>
                </c:pt>
                <c:pt idx="781">
                  <c:v>7179</c:v>
                </c:pt>
                <c:pt idx="782">
                  <c:v>75706</c:v>
                </c:pt>
                <c:pt idx="783">
                  <c:v>347736</c:v>
                </c:pt>
                <c:pt idx="784">
                  <c:v>321223</c:v>
                </c:pt>
                <c:pt idx="785">
                  <c:v>168647</c:v>
                </c:pt>
                <c:pt idx="786">
                  <c:v>237973</c:v>
                </c:pt>
                <c:pt idx="787">
                  <c:v>72667</c:v>
                </c:pt>
                <c:pt idx="788">
                  <c:v>110900</c:v>
                </c:pt>
                <c:pt idx="789">
                  <c:v>181783</c:v>
                </c:pt>
                <c:pt idx="790">
                  <c:v>56546</c:v>
                </c:pt>
                <c:pt idx="791">
                  <c:v>161565</c:v>
                </c:pt>
                <c:pt idx="792">
                  <c:v>117473</c:v>
                </c:pt>
                <c:pt idx="793">
                  <c:v>61674</c:v>
                </c:pt>
                <c:pt idx="794">
                  <c:v>347159</c:v>
                </c:pt>
                <c:pt idx="795">
                  <c:v>113054</c:v>
                </c:pt>
                <c:pt idx="796">
                  <c:v>80473</c:v>
                </c:pt>
                <c:pt idx="797">
                  <c:v>235461</c:v>
                </c:pt>
                <c:pt idx="798">
                  <c:v>158917</c:v>
                </c:pt>
                <c:pt idx="799">
                  <c:v>40351</c:v>
                </c:pt>
                <c:pt idx="800">
                  <c:v>47545</c:v>
                </c:pt>
                <c:pt idx="801">
                  <c:v>69220</c:v>
                </c:pt>
                <c:pt idx="802">
                  <c:v>102480</c:v>
                </c:pt>
                <c:pt idx="803">
                  <c:v>402957</c:v>
                </c:pt>
                <c:pt idx="804">
                  <c:v>324833</c:v>
                </c:pt>
                <c:pt idx="805">
                  <c:v>429297</c:v>
                </c:pt>
                <c:pt idx="806">
                  <c:v>46255</c:v>
                </c:pt>
                <c:pt idx="807">
                  <c:v>101295</c:v>
                </c:pt>
                <c:pt idx="808">
                  <c:v>193778</c:v>
                </c:pt>
                <c:pt idx="809">
                  <c:v>45270</c:v>
                </c:pt>
                <c:pt idx="810">
                  <c:v>60395</c:v>
                </c:pt>
                <c:pt idx="811">
                  <c:v>83089</c:v>
                </c:pt>
                <c:pt idx="812">
                  <c:v>340750</c:v>
                </c:pt>
                <c:pt idx="813">
                  <c:v>26772</c:v>
                </c:pt>
                <c:pt idx="814">
                  <c:v>285214</c:v>
                </c:pt>
                <c:pt idx="815">
                  <c:v>125483</c:v>
                </c:pt>
                <c:pt idx="816">
                  <c:v>252239</c:v>
                </c:pt>
                <c:pt idx="817">
                  <c:v>173173</c:v>
                </c:pt>
                <c:pt idx="818">
                  <c:v>21554</c:v>
                </c:pt>
                <c:pt idx="819">
                  <c:v>51457</c:v>
                </c:pt>
                <c:pt idx="820">
                  <c:v>21368</c:v>
                </c:pt>
                <c:pt idx="821">
                  <c:v>331893</c:v>
                </c:pt>
                <c:pt idx="822">
                  <c:v>10865</c:v>
                </c:pt>
                <c:pt idx="823">
                  <c:v>91726</c:v>
                </c:pt>
                <c:pt idx="824">
                  <c:v>241145</c:v>
                </c:pt>
                <c:pt idx="825">
                  <c:v>31849</c:v>
                </c:pt>
                <c:pt idx="826">
                  <c:v>34743</c:v>
                </c:pt>
                <c:pt idx="827">
                  <c:v>99371</c:v>
                </c:pt>
                <c:pt idx="828">
                  <c:v>87369</c:v>
                </c:pt>
                <c:pt idx="829">
                  <c:v>101689</c:v>
                </c:pt>
                <c:pt idx="830">
                  <c:v>126051</c:v>
                </c:pt>
                <c:pt idx="831">
                  <c:v>107664</c:v>
                </c:pt>
                <c:pt idx="832">
                  <c:v>42437</c:v>
                </c:pt>
                <c:pt idx="833">
                  <c:v>99559</c:v>
                </c:pt>
                <c:pt idx="834">
                  <c:v>122686</c:v>
                </c:pt>
                <c:pt idx="835">
                  <c:v>31958</c:v>
                </c:pt>
                <c:pt idx="836">
                  <c:v>58707</c:v>
                </c:pt>
                <c:pt idx="837">
                  <c:v>235106</c:v>
                </c:pt>
                <c:pt idx="838">
                  <c:v>258727</c:v>
                </c:pt>
                <c:pt idx="839">
                  <c:v>350934</c:v>
                </c:pt>
                <c:pt idx="840">
                  <c:v>68529</c:v>
                </c:pt>
                <c:pt idx="841">
                  <c:v>269520</c:v>
                </c:pt>
                <c:pt idx="842">
                  <c:v>226417</c:v>
                </c:pt>
                <c:pt idx="843">
                  <c:v>222900</c:v>
                </c:pt>
                <c:pt idx="844">
                  <c:v>164965</c:v>
                </c:pt>
                <c:pt idx="845">
                  <c:v>15571</c:v>
                </c:pt>
                <c:pt idx="846">
                  <c:v>38929</c:v>
                </c:pt>
                <c:pt idx="847">
                  <c:v>86716</c:v>
                </c:pt>
                <c:pt idx="848">
                  <c:v>270821</c:v>
                </c:pt>
                <c:pt idx="849">
                  <c:v>30520</c:v>
                </c:pt>
                <c:pt idx="850">
                  <c:v>93191</c:v>
                </c:pt>
                <c:pt idx="851">
                  <c:v>55802</c:v>
                </c:pt>
                <c:pt idx="852">
                  <c:v>286880</c:v>
                </c:pt>
                <c:pt idx="853">
                  <c:v>239465</c:v>
                </c:pt>
                <c:pt idx="854">
                  <c:v>95992</c:v>
                </c:pt>
                <c:pt idx="855">
                  <c:v>42501</c:v>
                </c:pt>
                <c:pt idx="856">
                  <c:v>60346</c:v>
                </c:pt>
                <c:pt idx="857">
                  <c:v>31117</c:v>
                </c:pt>
                <c:pt idx="858">
                  <c:v>215754</c:v>
                </c:pt>
                <c:pt idx="859">
                  <c:v>66300</c:v>
                </c:pt>
                <c:pt idx="860">
                  <c:v>210619</c:v>
                </c:pt>
                <c:pt idx="861">
                  <c:v>434820</c:v>
                </c:pt>
                <c:pt idx="862">
                  <c:v>90436</c:v>
                </c:pt>
                <c:pt idx="863">
                  <c:v>80260</c:v>
                </c:pt>
                <c:pt idx="864">
                  <c:v>1982</c:v>
                </c:pt>
                <c:pt idx="865">
                  <c:v>37606</c:v>
                </c:pt>
                <c:pt idx="866">
                  <c:v>40275</c:v>
                </c:pt>
                <c:pt idx="867">
                  <c:v>113053</c:v>
                </c:pt>
                <c:pt idx="868">
                  <c:v>51766</c:v>
                </c:pt>
                <c:pt idx="869">
                  <c:v>27919</c:v>
                </c:pt>
                <c:pt idx="870">
                  <c:v>64048</c:v>
                </c:pt>
                <c:pt idx="871">
                  <c:v>138243</c:v>
                </c:pt>
                <c:pt idx="872">
                  <c:v>197422</c:v>
                </c:pt>
                <c:pt idx="873">
                  <c:v>14506</c:v>
                </c:pt>
                <c:pt idx="874">
                  <c:v>200524</c:v>
                </c:pt>
                <c:pt idx="875">
                  <c:v>91718</c:v>
                </c:pt>
                <c:pt idx="876">
                  <c:v>237573</c:v>
                </c:pt>
                <c:pt idx="877">
                  <c:v>47389</c:v>
                </c:pt>
                <c:pt idx="878">
                  <c:v>14210</c:v>
                </c:pt>
                <c:pt idx="879">
                  <c:v>70861</c:v>
                </c:pt>
                <c:pt idx="880">
                  <c:v>358493</c:v>
                </c:pt>
                <c:pt idx="881">
                  <c:v>166614</c:v>
                </c:pt>
                <c:pt idx="882">
                  <c:v>99449</c:v>
                </c:pt>
                <c:pt idx="883">
                  <c:v>25768</c:v>
                </c:pt>
                <c:pt idx="884">
                  <c:v>21572</c:v>
                </c:pt>
                <c:pt idx="885">
                  <c:v>310471</c:v>
                </c:pt>
                <c:pt idx="886">
                  <c:v>13050</c:v>
                </c:pt>
                <c:pt idx="887">
                  <c:v>330496</c:v>
                </c:pt>
                <c:pt idx="888">
                  <c:v>16506</c:v>
                </c:pt>
                <c:pt idx="889">
                  <c:v>181093</c:v>
                </c:pt>
                <c:pt idx="890">
                  <c:v>15062</c:v>
                </c:pt>
                <c:pt idx="891">
                  <c:v>92445</c:v>
                </c:pt>
                <c:pt idx="892">
                  <c:v>292060</c:v>
                </c:pt>
                <c:pt idx="893">
                  <c:v>31247</c:v>
                </c:pt>
                <c:pt idx="894">
                  <c:v>46050</c:v>
                </c:pt>
                <c:pt idx="895">
                  <c:v>64332</c:v>
                </c:pt>
                <c:pt idx="896">
                  <c:v>203289</c:v>
                </c:pt>
                <c:pt idx="897">
                  <c:v>282545</c:v>
                </c:pt>
                <c:pt idx="898">
                  <c:v>25349</c:v>
                </c:pt>
                <c:pt idx="899">
                  <c:v>118857</c:v>
                </c:pt>
                <c:pt idx="900">
                  <c:v>297463</c:v>
                </c:pt>
                <c:pt idx="901">
                  <c:v>148436</c:v>
                </c:pt>
                <c:pt idx="902">
                  <c:v>129501</c:v>
                </c:pt>
                <c:pt idx="903">
                  <c:v>261678</c:v>
                </c:pt>
                <c:pt idx="904">
                  <c:v>40715</c:v>
                </c:pt>
                <c:pt idx="905">
                  <c:v>200969</c:v>
                </c:pt>
                <c:pt idx="906">
                  <c:v>18128</c:v>
                </c:pt>
                <c:pt idx="907">
                  <c:v>109150</c:v>
                </c:pt>
                <c:pt idx="908">
                  <c:v>78848</c:v>
                </c:pt>
                <c:pt idx="909">
                  <c:v>61486</c:v>
                </c:pt>
                <c:pt idx="910">
                  <c:v>30395</c:v>
                </c:pt>
                <c:pt idx="911">
                  <c:v>20876</c:v>
                </c:pt>
                <c:pt idx="912">
                  <c:v>129458</c:v>
                </c:pt>
                <c:pt idx="913">
                  <c:v>3240</c:v>
                </c:pt>
                <c:pt idx="914">
                  <c:v>10626</c:v>
                </c:pt>
                <c:pt idx="915">
                  <c:v>90508</c:v>
                </c:pt>
                <c:pt idx="916">
                  <c:v>59829</c:v>
                </c:pt>
                <c:pt idx="917">
                  <c:v>154958</c:v>
                </c:pt>
                <c:pt idx="918">
                  <c:v>110596</c:v>
                </c:pt>
                <c:pt idx="919">
                  <c:v>62430</c:v>
                </c:pt>
                <c:pt idx="920">
                  <c:v>21497</c:v>
                </c:pt>
                <c:pt idx="921">
                  <c:v>299499</c:v>
                </c:pt>
                <c:pt idx="922">
                  <c:v>91236</c:v>
                </c:pt>
                <c:pt idx="923">
                  <c:v>215005</c:v>
                </c:pt>
                <c:pt idx="924">
                  <c:v>1962</c:v>
                </c:pt>
                <c:pt idx="925">
                  <c:v>11540</c:v>
                </c:pt>
                <c:pt idx="926">
                  <c:v>405226</c:v>
                </c:pt>
                <c:pt idx="927">
                  <c:v>159669</c:v>
                </c:pt>
                <c:pt idx="928">
                  <c:v>23887</c:v>
                </c:pt>
                <c:pt idx="929">
                  <c:v>46629</c:v>
                </c:pt>
                <c:pt idx="930">
                  <c:v>109914</c:v>
                </c:pt>
                <c:pt idx="931">
                  <c:v>39400</c:v>
                </c:pt>
                <c:pt idx="932">
                  <c:v>280189</c:v>
                </c:pt>
                <c:pt idx="933">
                  <c:v>98774</c:v>
                </c:pt>
                <c:pt idx="934">
                  <c:v>122432</c:v>
                </c:pt>
                <c:pt idx="935">
                  <c:v>76278</c:v>
                </c:pt>
                <c:pt idx="936">
                  <c:v>132438</c:v>
                </c:pt>
                <c:pt idx="937">
                  <c:v>217109</c:v>
                </c:pt>
                <c:pt idx="938">
                  <c:v>47743</c:v>
                </c:pt>
                <c:pt idx="939">
                  <c:v>127544</c:v>
                </c:pt>
                <c:pt idx="940">
                  <c:v>321188</c:v>
                </c:pt>
                <c:pt idx="941">
                  <c:v>84954</c:v>
                </c:pt>
                <c:pt idx="942">
                  <c:v>40383</c:v>
                </c:pt>
                <c:pt idx="943">
                  <c:v>374936</c:v>
                </c:pt>
                <c:pt idx="944">
                  <c:v>162554</c:v>
                </c:pt>
                <c:pt idx="945">
                  <c:v>191143</c:v>
                </c:pt>
                <c:pt idx="946">
                  <c:v>8322</c:v>
                </c:pt>
                <c:pt idx="947">
                  <c:v>473144</c:v>
                </c:pt>
                <c:pt idx="948">
                  <c:v>311126</c:v>
                </c:pt>
                <c:pt idx="949">
                  <c:v>237978</c:v>
                </c:pt>
                <c:pt idx="950">
                  <c:v>195601</c:v>
                </c:pt>
                <c:pt idx="951">
                  <c:v>55976</c:v>
                </c:pt>
                <c:pt idx="952">
                  <c:v>212253</c:v>
                </c:pt>
                <c:pt idx="953">
                  <c:v>75416</c:v>
                </c:pt>
                <c:pt idx="954">
                  <c:v>76855</c:v>
                </c:pt>
                <c:pt idx="955">
                  <c:v>126134</c:v>
                </c:pt>
                <c:pt idx="956">
                  <c:v>301284</c:v>
                </c:pt>
                <c:pt idx="957">
                  <c:v>146075</c:v>
                </c:pt>
                <c:pt idx="958">
                  <c:v>34620</c:v>
                </c:pt>
                <c:pt idx="959">
                  <c:v>301321</c:v>
                </c:pt>
                <c:pt idx="960">
                  <c:v>85329</c:v>
                </c:pt>
                <c:pt idx="961">
                  <c:v>223298</c:v>
                </c:pt>
                <c:pt idx="962">
                  <c:v>154238</c:v>
                </c:pt>
                <c:pt idx="963">
                  <c:v>79157</c:v>
                </c:pt>
                <c:pt idx="964">
                  <c:v>280228</c:v>
                </c:pt>
                <c:pt idx="965">
                  <c:v>37727</c:v>
                </c:pt>
                <c:pt idx="966">
                  <c:v>98255</c:v>
                </c:pt>
                <c:pt idx="967">
                  <c:v>219796</c:v>
                </c:pt>
                <c:pt idx="968">
                  <c:v>31739</c:v>
                </c:pt>
                <c:pt idx="969">
                  <c:v>6977</c:v>
                </c:pt>
                <c:pt idx="970">
                  <c:v>39956</c:v>
                </c:pt>
                <c:pt idx="971">
                  <c:v>431464</c:v>
                </c:pt>
                <c:pt idx="972">
                  <c:v>485668</c:v>
                </c:pt>
                <c:pt idx="973">
                  <c:v>37135</c:v>
                </c:pt>
                <c:pt idx="974">
                  <c:v>140731</c:v>
                </c:pt>
                <c:pt idx="975">
                  <c:v>25737</c:v>
                </c:pt>
                <c:pt idx="976">
                  <c:v>115969</c:v>
                </c:pt>
                <c:pt idx="977">
                  <c:v>267400</c:v>
                </c:pt>
                <c:pt idx="978">
                  <c:v>82568</c:v>
                </c:pt>
                <c:pt idx="979">
                  <c:v>30399</c:v>
                </c:pt>
                <c:pt idx="980">
                  <c:v>468522</c:v>
                </c:pt>
                <c:pt idx="981">
                  <c:v>54040</c:v>
                </c:pt>
                <c:pt idx="982">
                  <c:v>144755</c:v>
                </c:pt>
                <c:pt idx="983">
                  <c:v>100553</c:v>
                </c:pt>
                <c:pt idx="984">
                  <c:v>3375</c:v>
                </c:pt>
                <c:pt idx="985">
                  <c:v>136560</c:v>
                </c:pt>
                <c:pt idx="986">
                  <c:v>34690</c:v>
                </c:pt>
                <c:pt idx="987">
                  <c:v>93056</c:v>
                </c:pt>
                <c:pt idx="988">
                  <c:v>21820</c:v>
                </c:pt>
                <c:pt idx="989">
                  <c:v>105461</c:v>
                </c:pt>
                <c:pt idx="990">
                  <c:v>313520</c:v>
                </c:pt>
                <c:pt idx="991">
                  <c:v>357008</c:v>
                </c:pt>
                <c:pt idx="992">
                  <c:v>36397</c:v>
                </c:pt>
                <c:pt idx="993">
                  <c:v>37930</c:v>
                </c:pt>
                <c:pt idx="994">
                  <c:v>398904</c:v>
                </c:pt>
                <c:pt idx="995">
                  <c:v>318650</c:v>
                </c:pt>
                <c:pt idx="996">
                  <c:v>92273</c:v>
                </c:pt>
                <c:pt idx="997">
                  <c:v>116744</c:v>
                </c:pt>
                <c:pt idx="998">
                  <c:v>25911</c:v>
                </c:pt>
                <c:pt idx="999">
                  <c:v>202445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A8B-4C6D-AA47-DD57204A1F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2677D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2677D"/>
                    </a:solidFill>
                    <a:latin typeface="Arial"/>
                  </a:rPr>
                  <a:t>Unit Price (₹)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2677D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2677D"/>
                    </a:solidFill>
                    <a:latin typeface="Arial"/>
                  </a:rPr>
                  <a:t>Total Sales (₹)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02457A"/>
                </a:solidFill>
                <a:latin typeface="Calibri"/>
              </a:rPr>
              <a:t>Quantity vs Total Sales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3"/>
            <c:spPr>
              <a:solidFill>
                <a:srgbClr val="018ABE"/>
              </a:solidFill>
              <a:ln w="9525" cap="flat">
                <a:solidFill>
                  <a:srgbClr val="018ABE"/>
                </a:solidFill>
                <a:prstDash val="solid"/>
                <a:round/>
              </a:ln>
              <a:effectLst/>
            </c:spPr>
          </c:marker>
          <c:xVal>
            <c:numRef>
              <c:f>Sheet1!$A$2:$A$1001</c:f>
              <c:numCache>
                <c:formatCode>General</c:formatCode>
                <c:ptCount val="1000"/>
                <c:pt idx="0">
                  <c:v>7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9</c:v>
                </c:pt>
                <c:pt idx="6">
                  <c:v>6</c:v>
                </c:pt>
                <c:pt idx="7">
                  <c:v>3</c:v>
                </c:pt>
                <c:pt idx="8">
                  <c:v>6</c:v>
                </c:pt>
                <c:pt idx="9">
                  <c:v>8</c:v>
                </c:pt>
                <c:pt idx="10">
                  <c:v>3</c:v>
                </c:pt>
                <c:pt idx="11">
                  <c:v>6</c:v>
                </c:pt>
                <c:pt idx="12">
                  <c:v>5</c:v>
                </c:pt>
                <c:pt idx="13">
                  <c:v>8</c:v>
                </c:pt>
                <c:pt idx="14">
                  <c:v>8</c:v>
                </c:pt>
                <c:pt idx="15">
                  <c:v>10</c:v>
                </c:pt>
                <c:pt idx="16">
                  <c:v>10</c:v>
                </c:pt>
                <c:pt idx="17">
                  <c:v>1</c:v>
                </c:pt>
                <c:pt idx="18">
                  <c:v>5</c:v>
                </c:pt>
                <c:pt idx="19">
                  <c:v>8</c:v>
                </c:pt>
                <c:pt idx="20">
                  <c:v>1</c:v>
                </c:pt>
                <c:pt idx="21">
                  <c:v>7</c:v>
                </c:pt>
                <c:pt idx="22">
                  <c:v>10</c:v>
                </c:pt>
                <c:pt idx="23">
                  <c:v>2</c:v>
                </c:pt>
                <c:pt idx="24">
                  <c:v>7</c:v>
                </c:pt>
                <c:pt idx="25">
                  <c:v>9</c:v>
                </c:pt>
                <c:pt idx="26">
                  <c:v>2</c:v>
                </c:pt>
                <c:pt idx="27">
                  <c:v>5</c:v>
                </c:pt>
                <c:pt idx="28">
                  <c:v>10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5</c:v>
                </c:pt>
                <c:pt idx="33">
                  <c:v>5</c:v>
                </c:pt>
                <c:pt idx="34">
                  <c:v>4</c:v>
                </c:pt>
                <c:pt idx="35">
                  <c:v>8</c:v>
                </c:pt>
                <c:pt idx="36">
                  <c:v>7</c:v>
                </c:pt>
                <c:pt idx="37">
                  <c:v>4</c:v>
                </c:pt>
                <c:pt idx="38">
                  <c:v>8</c:v>
                </c:pt>
                <c:pt idx="39">
                  <c:v>1</c:v>
                </c:pt>
                <c:pt idx="40">
                  <c:v>5</c:v>
                </c:pt>
                <c:pt idx="41">
                  <c:v>4</c:v>
                </c:pt>
                <c:pt idx="42">
                  <c:v>6</c:v>
                </c:pt>
                <c:pt idx="43">
                  <c:v>6</c:v>
                </c:pt>
                <c:pt idx="44">
                  <c:v>9</c:v>
                </c:pt>
                <c:pt idx="45">
                  <c:v>2</c:v>
                </c:pt>
                <c:pt idx="46">
                  <c:v>2</c:v>
                </c:pt>
                <c:pt idx="47">
                  <c:v>5</c:v>
                </c:pt>
                <c:pt idx="48">
                  <c:v>9</c:v>
                </c:pt>
                <c:pt idx="49">
                  <c:v>6</c:v>
                </c:pt>
                <c:pt idx="50">
                  <c:v>10</c:v>
                </c:pt>
                <c:pt idx="51">
                  <c:v>6</c:v>
                </c:pt>
                <c:pt idx="52">
                  <c:v>7</c:v>
                </c:pt>
                <c:pt idx="53">
                  <c:v>7</c:v>
                </c:pt>
                <c:pt idx="54">
                  <c:v>2</c:v>
                </c:pt>
                <c:pt idx="55">
                  <c:v>6</c:v>
                </c:pt>
                <c:pt idx="56">
                  <c:v>7</c:v>
                </c:pt>
                <c:pt idx="57">
                  <c:v>1</c:v>
                </c:pt>
                <c:pt idx="58">
                  <c:v>5</c:v>
                </c:pt>
                <c:pt idx="59">
                  <c:v>4</c:v>
                </c:pt>
                <c:pt idx="60">
                  <c:v>1</c:v>
                </c:pt>
                <c:pt idx="61">
                  <c:v>3</c:v>
                </c:pt>
                <c:pt idx="62">
                  <c:v>6</c:v>
                </c:pt>
                <c:pt idx="63">
                  <c:v>9</c:v>
                </c:pt>
                <c:pt idx="64">
                  <c:v>10</c:v>
                </c:pt>
                <c:pt idx="65">
                  <c:v>10</c:v>
                </c:pt>
                <c:pt idx="66">
                  <c:v>5</c:v>
                </c:pt>
                <c:pt idx="67">
                  <c:v>5</c:v>
                </c:pt>
                <c:pt idx="68">
                  <c:v>8</c:v>
                </c:pt>
                <c:pt idx="69">
                  <c:v>8</c:v>
                </c:pt>
                <c:pt idx="70">
                  <c:v>5</c:v>
                </c:pt>
                <c:pt idx="71">
                  <c:v>3</c:v>
                </c:pt>
                <c:pt idx="72">
                  <c:v>9</c:v>
                </c:pt>
                <c:pt idx="73">
                  <c:v>4</c:v>
                </c:pt>
                <c:pt idx="74">
                  <c:v>2</c:v>
                </c:pt>
                <c:pt idx="75">
                  <c:v>9</c:v>
                </c:pt>
                <c:pt idx="76">
                  <c:v>6</c:v>
                </c:pt>
                <c:pt idx="77">
                  <c:v>1</c:v>
                </c:pt>
                <c:pt idx="78">
                  <c:v>1</c:v>
                </c:pt>
                <c:pt idx="79">
                  <c:v>9</c:v>
                </c:pt>
                <c:pt idx="80">
                  <c:v>6</c:v>
                </c:pt>
                <c:pt idx="81">
                  <c:v>9</c:v>
                </c:pt>
                <c:pt idx="82">
                  <c:v>9</c:v>
                </c:pt>
                <c:pt idx="83">
                  <c:v>8</c:v>
                </c:pt>
                <c:pt idx="84">
                  <c:v>10</c:v>
                </c:pt>
                <c:pt idx="85">
                  <c:v>4</c:v>
                </c:pt>
                <c:pt idx="86">
                  <c:v>6</c:v>
                </c:pt>
                <c:pt idx="87">
                  <c:v>8</c:v>
                </c:pt>
                <c:pt idx="88">
                  <c:v>9</c:v>
                </c:pt>
                <c:pt idx="89">
                  <c:v>9</c:v>
                </c:pt>
                <c:pt idx="90">
                  <c:v>2</c:v>
                </c:pt>
                <c:pt idx="91">
                  <c:v>8</c:v>
                </c:pt>
                <c:pt idx="92">
                  <c:v>3</c:v>
                </c:pt>
                <c:pt idx="93">
                  <c:v>10</c:v>
                </c:pt>
                <c:pt idx="94">
                  <c:v>5</c:v>
                </c:pt>
                <c:pt idx="95">
                  <c:v>7</c:v>
                </c:pt>
                <c:pt idx="96">
                  <c:v>10</c:v>
                </c:pt>
                <c:pt idx="97">
                  <c:v>2</c:v>
                </c:pt>
                <c:pt idx="98">
                  <c:v>5</c:v>
                </c:pt>
                <c:pt idx="99">
                  <c:v>4</c:v>
                </c:pt>
                <c:pt idx="100">
                  <c:v>9</c:v>
                </c:pt>
                <c:pt idx="101">
                  <c:v>9</c:v>
                </c:pt>
                <c:pt idx="102">
                  <c:v>8</c:v>
                </c:pt>
                <c:pt idx="103">
                  <c:v>6</c:v>
                </c:pt>
                <c:pt idx="104">
                  <c:v>7</c:v>
                </c:pt>
                <c:pt idx="105">
                  <c:v>2</c:v>
                </c:pt>
                <c:pt idx="106">
                  <c:v>8</c:v>
                </c:pt>
                <c:pt idx="107">
                  <c:v>4</c:v>
                </c:pt>
                <c:pt idx="108">
                  <c:v>3</c:v>
                </c:pt>
                <c:pt idx="109">
                  <c:v>6</c:v>
                </c:pt>
                <c:pt idx="110">
                  <c:v>3</c:v>
                </c:pt>
                <c:pt idx="111">
                  <c:v>4</c:v>
                </c:pt>
                <c:pt idx="112">
                  <c:v>10</c:v>
                </c:pt>
                <c:pt idx="113">
                  <c:v>10</c:v>
                </c:pt>
                <c:pt idx="114">
                  <c:v>9</c:v>
                </c:pt>
                <c:pt idx="115">
                  <c:v>2</c:v>
                </c:pt>
                <c:pt idx="116">
                  <c:v>4</c:v>
                </c:pt>
                <c:pt idx="117">
                  <c:v>4</c:v>
                </c:pt>
                <c:pt idx="118">
                  <c:v>2</c:v>
                </c:pt>
                <c:pt idx="119">
                  <c:v>8</c:v>
                </c:pt>
                <c:pt idx="120">
                  <c:v>2</c:v>
                </c:pt>
                <c:pt idx="121">
                  <c:v>7</c:v>
                </c:pt>
                <c:pt idx="122">
                  <c:v>5</c:v>
                </c:pt>
                <c:pt idx="123">
                  <c:v>7</c:v>
                </c:pt>
                <c:pt idx="124">
                  <c:v>1</c:v>
                </c:pt>
                <c:pt idx="125">
                  <c:v>6</c:v>
                </c:pt>
                <c:pt idx="126">
                  <c:v>10</c:v>
                </c:pt>
                <c:pt idx="127">
                  <c:v>8</c:v>
                </c:pt>
                <c:pt idx="128">
                  <c:v>8</c:v>
                </c:pt>
                <c:pt idx="129">
                  <c:v>6</c:v>
                </c:pt>
                <c:pt idx="130">
                  <c:v>5</c:v>
                </c:pt>
                <c:pt idx="131">
                  <c:v>10</c:v>
                </c:pt>
                <c:pt idx="132">
                  <c:v>7</c:v>
                </c:pt>
                <c:pt idx="133">
                  <c:v>10</c:v>
                </c:pt>
                <c:pt idx="134">
                  <c:v>6</c:v>
                </c:pt>
                <c:pt idx="135">
                  <c:v>9</c:v>
                </c:pt>
                <c:pt idx="136">
                  <c:v>5</c:v>
                </c:pt>
                <c:pt idx="137">
                  <c:v>8</c:v>
                </c:pt>
                <c:pt idx="138">
                  <c:v>7</c:v>
                </c:pt>
                <c:pt idx="139">
                  <c:v>9</c:v>
                </c:pt>
                <c:pt idx="140">
                  <c:v>6</c:v>
                </c:pt>
                <c:pt idx="141">
                  <c:v>6</c:v>
                </c:pt>
                <c:pt idx="142">
                  <c:v>3</c:v>
                </c:pt>
                <c:pt idx="143">
                  <c:v>4</c:v>
                </c:pt>
                <c:pt idx="144">
                  <c:v>1</c:v>
                </c:pt>
                <c:pt idx="145">
                  <c:v>3</c:v>
                </c:pt>
                <c:pt idx="146">
                  <c:v>6</c:v>
                </c:pt>
                <c:pt idx="147">
                  <c:v>2</c:v>
                </c:pt>
                <c:pt idx="148">
                  <c:v>4</c:v>
                </c:pt>
                <c:pt idx="149">
                  <c:v>8</c:v>
                </c:pt>
                <c:pt idx="150">
                  <c:v>9</c:v>
                </c:pt>
                <c:pt idx="151">
                  <c:v>7</c:v>
                </c:pt>
                <c:pt idx="152">
                  <c:v>4</c:v>
                </c:pt>
                <c:pt idx="153">
                  <c:v>5</c:v>
                </c:pt>
                <c:pt idx="154">
                  <c:v>4</c:v>
                </c:pt>
                <c:pt idx="155">
                  <c:v>2</c:v>
                </c:pt>
                <c:pt idx="156">
                  <c:v>2</c:v>
                </c:pt>
                <c:pt idx="157">
                  <c:v>7</c:v>
                </c:pt>
                <c:pt idx="158">
                  <c:v>10</c:v>
                </c:pt>
                <c:pt idx="159">
                  <c:v>3</c:v>
                </c:pt>
                <c:pt idx="160">
                  <c:v>9</c:v>
                </c:pt>
                <c:pt idx="161">
                  <c:v>6</c:v>
                </c:pt>
                <c:pt idx="162">
                  <c:v>10</c:v>
                </c:pt>
                <c:pt idx="163">
                  <c:v>4</c:v>
                </c:pt>
                <c:pt idx="164">
                  <c:v>5</c:v>
                </c:pt>
                <c:pt idx="165">
                  <c:v>7</c:v>
                </c:pt>
                <c:pt idx="166">
                  <c:v>8</c:v>
                </c:pt>
                <c:pt idx="167">
                  <c:v>10</c:v>
                </c:pt>
                <c:pt idx="168">
                  <c:v>4</c:v>
                </c:pt>
                <c:pt idx="169">
                  <c:v>3</c:v>
                </c:pt>
                <c:pt idx="170">
                  <c:v>1</c:v>
                </c:pt>
                <c:pt idx="171">
                  <c:v>2</c:v>
                </c:pt>
                <c:pt idx="172">
                  <c:v>9</c:v>
                </c:pt>
                <c:pt idx="173">
                  <c:v>9</c:v>
                </c:pt>
                <c:pt idx="174">
                  <c:v>9</c:v>
                </c:pt>
                <c:pt idx="175">
                  <c:v>4</c:v>
                </c:pt>
                <c:pt idx="176">
                  <c:v>2</c:v>
                </c:pt>
                <c:pt idx="177">
                  <c:v>3</c:v>
                </c:pt>
                <c:pt idx="178">
                  <c:v>5</c:v>
                </c:pt>
                <c:pt idx="179">
                  <c:v>8</c:v>
                </c:pt>
                <c:pt idx="180">
                  <c:v>7</c:v>
                </c:pt>
                <c:pt idx="181">
                  <c:v>8</c:v>
                </c:pt>
                <c:pt idx="182">
                  <c:v>2</c:v>
                </c:pt>
                <c:pt idx="183">
                  <c:v>5</c:v>
                </c:pt>
                <c:pt idx="184">
                  <c:v>3</c:v>
                </c:pt>
                <c:pt idx="185">
                  <c:v>1</c:v>
                </c:pt>
                <c:pt idx="186">
                  <c:v>9</c:v>
                </c:pt>
                <c:pt idx="187">
                  <c:v>3</c:v>
                </c:pt>
                <c:pt idx="188">
                  <c:v>5</c:v>
                </c:pt>
                <c:pt idx="189">
                  <c:v>10</c:v>
                </c:pt>
                <c:pt idx="190">
                  <c:v>4</c:v>
                </c:pt>
                <c:pt idx="191">
                  <c:v>6</c:v>
                </c:pt>
                <c:pt idx="192">
                  <c:v>8</c:v>
                </c:pt>
                <c:pt idx="193">
                  <c:v>4</c:v>
                </c:pt>
                <c:pt idx="194">
                  <c:v>8</c:v>
                </c:pt>
                <c:pt idx="195">
                  <c:v>1</c:v>
                </c:pt>
                <c:pt idx="196">
                  <c:v>8</c:v>
                </c:pt>
                <c:pt idx="197">
                  <c:v>1</c:v>
                </c:pt>
                <c:pt idx="198">
                  <c:v>8</c:v>
                </c:pt>
                <c:pt idx="199">
                  <c:v>7</c:v>
                </c:pt>
                <c:pt idx="200">
                  <c:v>4</c:v>
                </c:pt>
                <c:pt idx="201">
                  <c:v>8</c:v>
                </c:pt>
                <c:pt idx="202">
                  <c:v>3</c:v>
                </c:pt>
                <c:pt idx="203">
                  <c:v>9</c:v>
                </c:pt>
                <c:pt idx="204">
                  <c:v>1</c:v>
                </c:pt>
                <c:pt idx="205">
                  <c:v>4</c:v>
                </c:pt>
                <c:pt idx="206">
                  <c:v>8</c:v>
                </c:pt>
                <c:pt idx="207">
                  <c:v>6</c:v>
                </c:pt>
                <c:pt idx="208">
                  <c:v>10</c:v>
                </c:pt>
                <c:pt idx="209">
                  <c:v>3</c:v>
                </c:pt>
                <c:pt idx="210">
                  <c:v>1</c:v>
                </c:pt>
                <c:pt idx="211">
                  <c:v>6</c:v>
                </c:pt>
                <c:pt idx="212">
                  <c:v>9</c:v>
                </c:pt>
                <c:pt idx="213">
                  <c:v>1</c:v>
                </c:pt>
                <c:pt idx="214">
                  <c:v>5</c:v>
                </c:pt>
                <c:pt idx="215">
                  <c:v>4</c:v>
                </c:pt>
                <c:pt idx="216">
                  <c:v>6</c:v>
                </c:pt>
                <c:pt idx="217">
                  <c:v>4</c:v>
                </c:pt>
                <c:pt idx="218">
                  <c:v>1</c:v>
                </c:pt>
                <c:pt idx="219">
                  <c:v>2</c:v>
                </c:pt>
                <c:pt idx="220">
                  <c:v>10</c:v>
                </c:pt>
                <c:pt idx="221">
                  <c:v>8</c:v>
                </c:pt>
                <c:pt idx="222">
                  <c:v>8</c:v>
                </c:pt>
                <c:pt idx="223">
                  <c:v>1</c:v>
                </c:pt>
                <c:pt idx="224">
                  <c:v>5</c:v>
                </c:pt>
                <c:pt idx="225">
                  <c:v>4</c:v>
                </c:pt>
                <c:pt idx="226">
                  <c:v>4</c:v>
                </c:pt>
                <c:pt idx="227">
                  <c:v>10</c:v>
                </c:pt>
                <c:pt idx="228">
                  <c:v>6</c:v>
                </c:pt>
                <c:pt idx="229">
                  <c:v>3</c:v>
                </c:pt>
                <c:pt idx="230">
                  <c:v>4</c:v>
                </c:pt>
                <c:pt idx="231">
                  <c:v>7</c:v>
                </c:pt>
                <c:pt idx="232">
                  <c:v>1</c:v>
                </c:pt>
                <c:pt idx="233">
                  <c:v>8</c:v>
                </c:pt>
                <c:pt idx="234">
                  <c:v>9</c:v>
                </c:pt>
                <c:pt idx="235">
                  <c:v>10</c:v>
                </c:pt>
                <c:pt idx="236">
                  <c:v>7</c:v>
                </c:pt>
                <c:pt idx="237">
                  <c:v>6</c:v>
                </c:pt>
                <c:pt idx="238">
                  <c:v>3</c:v>
                </c:pt>
                <c:pt idx="239">
                  <c:v>4</c:v>
                </c:pt>
                <c:pt idx="240">
                  <c:v>8</c:v>
                </c:pt>
                <c:pt idx="241">
                  <c:v>7</c:v>
                </c:pt>
                <c:pt idx="242">
                  <c:v>10</c:v>
                </c:pt>
                <c:pt idx="243">
                  <c:v>7</c:v>
                </c:pt>
                <c:pt idx="244">
                  <c:v>4</c:v>
                </c:pt>
                <c:pt idx="245">
                  <c:v>6</c:v>
                </c:pt>
                <c:pt idx="246">
                  <c:v>3</c:v>
                </c:pt>
                <c:pt idx="247">
                  <c:v>10</c:v>
                </c:pt>
                <c:pt idx="248">
                  <c:v>7</c:v>
                </c:pt>
                <c:pt idx="249">
                  <c:v>7</c:v>
                </c:pt>
                <c:pt idx="250">
                  <c:v>2</c:v>
                </c:pt>
                <c:pt idx="251">
                  <c:v>2</c:v>
                </c:pt>
                <c:pt idx="252">
                  <c:v>4</c:v>
                </c:pt>
                <c:pt idx="253">
                  <c:v>6</c:v>
                </c:pt>
                <c:pt idx="254">
                  <c:v>1</c:v>
                </c:pt>
                <c:pt idx="255">
                  <c:v>1</c:v>
                </c:pt>
                <c:pt idx="256">
                  <c:v>7</c:v>
                </c:pt>
                <c:pt idx="257">
                  <c:v>8</c:v>
                </c:pt>
                <c:pt idx="258">
                  <c:v>3</c:v>
                </c:pt>
                <c:pt idx="259">
                  <c:v>5</c:v>
                </c:pt>
                <c:pt idx="260">
                  <c:v>6</c:v>
                </c:pt>
                <c:pt idx="261">
                  <c:v>4</c:v>
                </c:pt>
                <c:pt idx="262">
                  <c:v>9</c:v>
                </c:pt>
                <c:pt idx="263">
                  <c:v>10</c:v>
                </c:pt>
                <c:pt idx="264">
                  <c:v>8</c:v>
                </c:pt>
                <c:pt idx="265">
                  <c:v>4</c:v>
                </c:pt>
                <c:pt idx="266">
                  <c:v>5</c:v>
                </c:pt>
                <c:pt idx="267">
                  <c:v>7</c:v>
                </c:pt>
                <c:pt idx="268">
                  <c:v>5</c:v>
                </c:pt>
                <c:pt idx="269">
                  <c:v>3</c:v>
                </c:pt>
                <c:pt idx="270">
                  <c:v>7</c:v>
                </c:pt>
                <c:pt idx="271">
                  <c:v>5</c:v>
                </c:pt>
                <c:pt idx="272">
                  <c:v>5</c:v>
                </c:pt>
                <c:pt idx="273">
                  <c:v>8</c:v>
                </c:pt>
                <c:pt idx="274">
                  <c:v>9</c:v>
                </c:pt>
                <c:pt idx="275">
                  <c:v>2</c:v>
                </c:pt>
                <c:pt idx="276">
                  <c:v>7</c:v>
                </c:pt>
                <c:pt idx="277">
                  <c:v>4</c:v>
                </c:pt>
                <c:pt idx="278">
                  <c:v>3</c:v>
                </c:pt>
                <c:pt idx="279">
                  <c:v>6</c:v>
                </c:pt>
                <c:pt idx="280">
                  <c:v>6</c:v>
                </c:pt>
                <c:pt idx="281">
                  <c:v>6</c:v>
                </c:pt>
                <c:pt idx="282">
                  <c:v>9</c:v>
                </c:pt>
                <c:pt idx="283">
                  <c:v>2</c:v>
                </c:pt>
                <c:pt idx="284">
                  <c:v>2</c:v>
                </c:pt>
                <c:pt idx="285">
                  <c:v>3</c:v>
                </c:pt>
                <c:pt idx="286">
                  <c:v>9</c:v>
                </c:pt>
                <c:pt idx="287">
                  <c:v>2</c:v>
                </c:pt>
                <c:pt idx="288">
                  <c:v>7</c:v>
                </c:pt>
                <c:pt idx="289">
                  <c:v>6</c:v>
                </c:pt>
                <c:pt idx="290">
                  <c:v>6</c:v>
                </c:pt>
                <c:pt idx="291">
                  <c:v>5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1</c:v>
                </c:pt>
                <c:pt idx="296">
                  <c:v>4</c:v>
                </c:pt>
                <c:pt idx="297">
                  <c:v>4</c:v>
                </c:pt>
                <c:pt idx="298">
                  <c:v>6</c:v>
                </c:pt>
                <c:pt idx="299">
                  <c:v>5</c:v>
                </c:pt>
                <c:pt idx="300">
                  <c:v>7</c:v>
                </c:pt>
                <c:pt idx="301">
                  <c:v>6</c:v>
                </c:pt>
                <c:pt idx="302">
                  <c:v>7</c:v>
                </c:pt>
                <c:pt idx="303">
                  <c:v>5</c:v>
                </c:pt>
                <c:pt idx="304">
                  <c:v>1</c:v>
                </c:pt>
                <c:pt idx="305">
                  <c:v>4</c:v>
                </c:pt>
                <c:pt idx="306">
                  <c:v>7</c:v>
                </c:pt>
                <c:pt idx="307">
                  <c:v>3</c:v>
                </c:pt>
                <c:pt idx="308">
                  <c:v>4</c:v>
                </c:pt>
                <c:pt idx="309">
                  <c:v>4</c:v>
                </c:pt>
                <c:pt idx="310">
                  <c:v>8</c:v>
                </c:pt>
                <c:pt idx="311">
                  <c:v>6</c:v>
                </c:pt>
                <c:pt idx="312">
                  <c:v>8</c:v>
                </c:pt>
                <c:pt idx="313">
                  <c:v>8</c:v>
                </c:pt>
                <c:pt idx="314">
                  <c:v>5</c:v>
                </c:pt>
                <c:pt idx="315">
                  <c:v>4</c:v>
                </c:pt>
                <c:pt idx="316">
                  <c:v>2</c:v>
                </c:pt>
                <c:pt idx="317">
                  <c:v>3</c:v>
                </c:pt>
                <c:pt idx="318">
                  <c:v>9</c:v>
                </c:pt>
                <c:pt idx="319">
                  <c:v>6</c:v>
                </c:pt>
                <c:pt idx="320">
                  <c:v>10</c:v>
                </c:pt>
                <c:pt idx="321">
                  <c:v>4</c:v>
                </c:pt>
                <c:pt idx="322">
                  <c:v>4</c:v>
                </c:pt>
                <c:pt idx="323">
                  <c:v>8</c:v>
                </c:pt>
                <c:pt idx="324">
                  <c:v>1</c:v>
                </c:pt>
                <c:pt idx="325">
                  <c:v>5</c:v>
                </c:pt>
                <c:pt idx="326">
                  <c:v>10</c:v>
                </c:pt>
                <c:pt idx="327">
                  <c:v>9</c:v>
                </c:pt>
                <c:pt idx="328">
                  <c:v>7</c:v>
                </c:pt>
                <c:pt idx="329">
                  <c:v>8</c:v>
                </c:pt>
                <c:pt idx="330">
                  <c:v>4</c:v>
                </c:pt>
                <c:pt idx="331">
                  <c:v>6</c:v>
                </c:pt>
                <c:pt idx="332">
                  <c:v>5</c:v>
                </c:pt>
                <c:pt idx="333">
                  <c:v>2</c:v>
                </c:pt>
                <c:pt idx="334">
                  <c:v>5</c:v>
                </c:pt>
                <c:pt idx="335">
                  <c:v>10</c:v>
                </c:pt>
                <c:pt idx="336">
                  <c:v>5</c:v>
                </c:pt>
                <c:pt idx="337">
                  <c:v>6</c:v>
                </c:pt>
                <c:pt idx="338">
                  <c:v>9</c:v>
                </c:pt>
                <c:pt idx="339">
                  <c:v>4</c:v>
                </c:pt>
                <c:pt idx="340">
                  <c:v>3</c:v>
                </c:pt>
                <c:pt idx="341">
                  <c:v>10</c:v>
                </c:pt>
                <c:pt idx="342">
                  <c:v>5</c:v>
                </c:pt>
                <c:pt idx="343">
                  <c:v>6</c:v>
                </c:pt>
                <c:pt idx="344">
                  <c:v>9</c:v>
                </c:pt>
                <c:pt idx="345">
                  <c:v>1</c:v>
                </c:pt>
                <c:pt idx="346">
                  <c:v>2</c:v>
                </c:pt>
                <c:pt idx="347">
                  <c:v>2</c:v>
                </c:pt>
                <c:pt idx="348">
                  <c:v>8</c:v>
                </c:pt>
                <c:pt idx="349">
                  <c:v>3</c:v>
                </c:pt>
                <c:pt idx="350">
                  <c:v>4</c:v>
                </c:pt>
                <c:pt idx="351">
                  <c:v>1</c:v>
                </c:pt>
                <c:pt idx="352">
                  <c:v>5</c:v>
                </c:pt>
                <c:pt idx="353">
                  <c:v>5</c:v>
                </c:pt>
                <c:pt idx="354">
                  <c:v>1</c:v>
                </c:pt>
                <c:pt idx="355">
                  <c:v>6</c:v>
                </c:pt>
                <c:pt idx="356">
                  <c:v>4</c:v>
                </c:pt>
                <c:pt idx="357">
                  <c:v>5</c:v>
                </c:pt>
                <c:pt idx="358">
                  <c:v>7</c:v>
                </c:pt>
                <c:pt idx="359">
                  <c:v>6</c:v>
                </c:pt>
                <c:pt idx="360">
                  <c:v>10</c:v>
                </c:pt>
                <c:pt idx="361">
                  <c:v>5</c:v>
                </c:pt>
                <c:pt idx="362">
                  <c:v>7</c:v>
                </c:pt>
                <c:pt idx="363">
                  <c:v>1</c:v>
                </c:pt>
                <c:pt idx="364">
                  <c:v>10</c:v>
                </c:pt>
                <c:pt idx="365">
                  <c:v>8</c:v>
                </c:pt>
                <c:pt idx="366">
                  <c:v>3</c:v>
                </c:pt>
                <c:pt idx="367">
                  <c:v>2</c:v>
                </c:pt>
                <c:pt idx="368">
                  <c:v>10</c:v>
                </c:pt>
                <c:pt idx="369">
                  <c:v>1</c:v>
                </c:pt>
                <c:pt idx="370">
                  <c:v>2</c:v>
                </c:pt>
                <c:pt idx="371">
                  <c:v>4</c:v>
                </c:pt>
                <c:pt idx="372">
                  <c:v>4</c:v>
                </c:pt>
                <c:pt idx="373">
                  <c:v>2</c:v>
                </c:pt>
                <c:pt idx="374">
                  <c:v>3</c:v>
                </c:pt>
                <c:pt idx="375">
                  <c:v>8</c:v>
                </c:pt>
                <c:pt idx="376">
                  <c:v>5</c:v>
                </c:pt>
                <c:pt idx="377">
                  <c:v>7</c:v>
                </c:pt>
                <c:pt idx="378">
                  <c:v>6</c:v>
                </c:pt>
                <c:pt idx="379">
                  <c:v>9</c:v>
                </c:pt>
                <c:pt idx="380">
                  <c:v>7</c:v>
                </c:pt>
                <c:pt idx="381">
                  <c:v>7</c:v>
                </c:pt>
                <c:pt idx="382">
                  <c:v>10</c:v>
                </c:pt>
                <c:pt idx="383">
                  <c:v>10</c:v>
                </c:pt>
                <c:pt idx="384">
                  <c:v>8</c:v>
                </c:pt>
                <c:pt idx="385">
                  <c:v>1</c:v>
                </c:pt>
                <c:pt idx="386">
                  <c:v>9</c:v>
                </c:pt>
                <c:pt idx="387">
                  <c:v>6</c:v>
                </c:pt>
                <c:pt idx="388">
                  <c:v>1</c:v>
                </c:pt>
                <c:pt idx="389">
                  <c:v>5</c:v>
                </c:pt>
                <c:pt idx="390">
                  <c:v>1</c:v>
                </c:pt>
                <c:pt idx="391">
                  <c:v>3</c:v>
                </c:pt>
                <c:pt idx="392">
                  <c:v>5</c:v>
                </c:pt>
                <c:pt idx="393">
                  <c:v>8</c:v>
                </c:pt>
                <c:pt idx="394">
                  <c:v>4</c:v>
                </c:pt>
                <c:pt idx="395">
                  <c:v>5</c:v>
                </c:pt>
                <c:pt idx="396">
                  <c:v>9</c:v>
                </c:pt>
                <c:pt idx="397">
                  <c:v>4</c:v>
                </c:pt>
                <c:pt idx="398">
                  <c:v>3</c:v>
                </c:pt>
                <c:pt idx="399">
                  <c:v>2</c:v>
                </c:pt>
                <c:pt idx="400">
                  <c:v>5</c:v>
                </c:pt>
                <c:pt idx="401">
                  <c:v>7</c:v>
                </c:pt>
                <c:pt idx="402">
                  <c:v>1</c:v>
                </c:pt>
                <c:pt idx="403">
                  <c:v>2</c:v>
                </c:pt>
                <c:pt idx="404">
                  <c:v>2</c:v>
                </c:pt>
                <c:pt idx="405">
                  <c:v>3</c:v>
                </c:pt>
                <c:pt idx="406">
                  <c:v>1</c:v>
                </c:pt>
                <c:pt idx="407">
                  <c:v>5</c:v>
                </c:pt>
                <c:pt idx="408">
                  <c:v>5</c:v>
                </c:pt>
                <c:pt idx="409">
                  <c:v>4</c:v>
                </c:pt>
                <c:pt idx="410">
                  <c:v>10</c:v>
                </c:pt>
                <c:pt idx="411">
                  <c:v>4</c:v>
                </c:pt>
                <c:pt idx="412">
                  <c:v>10</c:v>
                </c:pt>
                <c:pt idx="413">
                  <c:v>6</c:v>
                </c:pt>
                <c:pt idx="414">
                  <c:v>3</c:v>
                </c:pt>
                <c:pt idx="415">
                  <c:v>6</c:v>
                </c:pt>
                <c:pt idx="416">
                  <c:v>8</c:v>
                </c:pt>
                <c:pt idx="417">
                  <c:v>2</c:v>
                </c:pt>
                <c:pt idx="418">
                  <c:v>2</c:v>
                </c:pt>
                <c:pt idx="419">
                  <c:v>5</c:v>
                </c:pt>
                <c:pt idx="420">
                  <c:v>2</c:v>
                </c:pt>
                <c:pt idx="421">
                  <c:v>9</c:v>
                </c:pt>
                <c:pt idx="422">
                  <c:v>10</c:v>
                </c:pt>
                <c:pt idx="423">
                  <c:v>1</c:v>
                </c:pt>
                <c:pt idx="424">
                  <c:v>8</c:v>
                </c:pt>
                <c:pt idx="425">
                  <c:v>3</c:v>
                </c:pt>
                <c:pt idx="426">
                  <c:v>6</c:v>
                </c:pt>
                <c:pt idx="427">
                  <c:v>6</c:v>
                </c:pt>
                <c:pt idx="428">
                  <c:v>9</c:v>
                </c:pt>
                <c:pt idx="429">
                  <c:v>9</c:v>
                </c:pt>
                <c:pt idx="430">
                  <c:v>6</c:v>
                </c:pt>
                <c:pt idx="431">
                  <c:v>2</c:v>
                </c:pt>
                <c:pt idx="432">
                  <c:v>10</c:v>
                </c:pt>
                <c:pt idx="433">
                  <c:v>1</c:v>
                </c:pt>
                <c:pt idx="434">
                  <c:v>1</c:v>
                </c:pt>
                <c:pt idx="435">
                  <c:v>3</c:v>
                </c:pt>
                <c:pt idx="436">
                  <c:v>9</c:v>
                </c:pt>
                <c:pt idx="437">
                  <c:v>8</c:v>
                </c:pt>
                <c:pt idx="438">
                  <c:v>2</c:v>
                </c:pt>
                <c:pt idx="439">
                  <c:v>1</c:v>
                </c:pt>
                <c:pt idx="440">
                  <c:v>5</c:v>
                </c:pt>
                <c:pt idx="441">
                  <c:v>7</c:v>
                </c:pt>
                <c:pt idx="442">
                  <c:v>3</c:v>
                </c:pt>
                <c:pt idx="443">
                  <c:v>5</c:v>
                </c:pt>
                <c:pt idx="444">
                  <c:v>2</c:v>
                </c:pt>
                <c:pt idx="445">
                  <c:v>9</c:v>
                </c:pt>
                <c:pt idx="446">
                  <c:v>4</c:v>
                </c:pt>
                <c:pt idx="447">
                  <c:v>5</c:v>
                </c:pt>
                <c:pt idx="448">
                  <c:v>10</c:v>
                </c:pt>
                <c:pt idx="449">
                  <c:v>8</c:v>
                </c:pt>
                <c:pt idx="450">
                  <c:v>7</c:v>
                </c:pt>
                <c:pt idx="451">
                  <c:v>2</c:v>
                </c:pt>
                <c:pt idx="452">
                  <c:v>1</c:v>
                </c:pt>
                <c:pt idx="453">
                  <c:v>1</c:v>
                </c:pt>
                <c:pt idx="454">
                  <c:v>8</c:v>
                </c:pt>
                <c:pt idx="455">
                  <c:v>2</c:v>
                </c:pt>
                <c:pt idx="456">
                  <c:v>10</c:v>
                </c:pt>
                <c:pt idx="457">
                  <c:v>9</c:v>
                </c:pt>
                <c:pt idx="458">
                  <c:v>4</c:v>
                </c:pt>
                <c:pt idx="459">
                  <c:v>10</c:v>
                </c:pt>
                <c:pt idx="460">
                  <c:v>1</c:v>
                </c:pt>
                <c:pt idx="461">
                  <c:v>6</c:v>
                </c:pt>
                <c:pt idx="462">
                  <c:v>10</c:v>
                </c:pt>
                <c:pt idx="463">
                  <c:v>3</c:v>
                </c:pt>
                <c:pt idx="464">
                  <c:v>9</c:v>
                </c:pt>
                <c:pt idx="465">
                  <c:v>6</c:v>
                </c:pt>
                <c:pt idx="466">
                  <c:v>8</c:v>
                </c:pt>
                <c:pt idx="467">
                  <c:v>9</c:v>
                </c:pt>
                <c:pt idx="468">
                  <c:v>6</c:v>
                </c:pt>
                <c:pt idx="469">
                  <c:v>4</c:v>
                </c:pt>
                <c:pt idx="470">
                  <c:v>7</c:v>
                </c:pt>
                <c:pt idx="471">
                  <c:v>10</c:v>
                </c:pt>
                <c:pt idx="472">
                  <c:v>2</c:v>
                </c:pt>
                <c:pt idx="473">
                  <c:v>5</c:v>
                </c:pt>
                <c:pt idx="474">
                  <c:v>10</c:v>
                </c:pt>
                <c:pt idx="475">
                  <c:v>6</c:v>
                </c:pt>
                <c:pt idx="476">
                  <c:v>2</c:v>
                </c:pt>
                <c:pt idx="477">
                  <c:v>2</c:v>
                </c:pt>
                <c:pt idx="478">
                  <c:v>8</c:v>
                </c:pt>
                <c:pt idx="479">
                  <c:v>3</c:v>
                </c:pt>
                <c:pt idx="480">
                  <c:v>2</c:v>
                </c:pt>
                <c:pt idx="481">
                  <c:v>4</c:v>
                </c:pt>
                <c:pt idx="482">
                  <c:v>10</c:v>
                </c:pt>
                <c:pt idx="483">
                  <c:v>9</c:v>
                </c:pt>
                <c:pt idx="484">
                  <c:v>8</c:v>
                </c:pt>
                <c:pt idx="485">
                  <c:v>9</c:v>
                </c:pt>
                <c:pt idx="486">
                  <c:v>6</c:v>
                </c:pt>
                <c:pt idx="487">
                  <c:v>9</c:v>
                </c:pt>
                <c:pt idx="488">
                  <c:v>5</c:v>
                </c:pt>
                <c:pt idx="489">
                  <c:v>9</c:v>
                </c:pt>
                <c:pt idx="490">
                  <c:v>9</c:v>
                </c:pt>
                <c:pt idx="491">
                  <c:v>3</c:v>
                </c:pt>
                <c:pt idx="492">
                  <c:v>3</c:v>
                </c:pt>
                <c:pt idx="493">
                  <c:v>5</c:v>
                </c:pt>
                <c:pt idx="494">
                  <c:v>1</c:v>
                </c:pt>
                <c:pt idx="495">
                  <c:v>8</c:v>
                </c:pt>
                <c:pt idx="496">
                  <c:v>2</c:v>
                </c:pt>
                <c:pt idx="497">
                  <c:v>3</c:v>
                </c:pt>
                <c:pt idx="498">
                  <c:v>9</c:v>
                </c:pt>
                <c:pt idx="499">
                  <c:v>10</c:v>
                </c:pt>
                <c:pt idx="500">
                  <c:v>2</c:v>
                </c:pt>
                <c:pt idx="501">
                  <c:v>4</c:v>
                </c:pt>
                <c:pt idx="502">
                  <c:v>1</c:v>
                </c:pt>
                <c:pt idx="503">
                  <c:v>1</c:v>
                </c:pt>
                <c:pt idx="504">
                  <c:v>3</c:v>
                </c:pt>
                <c:pt idx="505">
                  <c:v>10</c:v>
                </c:pt>
                <c:pt idx="506">
                  <c:v>3</c:v>
                </c:pt>
                <c:pt idx="507">
                  <c:v>9</c:v>
                </c:pt>
                <c:pt idx="508">
                  <c:v>10</c:v>
                </c:pt>
                <c:pt idx="509">
                  <c:v>10</c:v>
                </c:pt>
                <c:pt idx="510">
                  <c:v>7</c:v>
                </c:pt>
                <c:pt idx="511">
                  <c:v>4</c:v>
                </c:pt>
                <c:pt idx="512">
                  <c:v>1</c:v>
                </c:pt>
                <c:pt idx="513">
                  <c:v>6</c:v>
                </c:pt>
                <c:pt idx="514">
                  <c:v>1</c:v>
                </c:pt>
                <c:pt idx="515">
                  <c:v>6</c:v>
                </c:pt>
                <c:pt idx="516">
                  <c:v>7</c:v>
                </c:pt>
                <c:pt idx="517">
                  <c:v>3</c:v>
                </c:pt>
                <c:pt idx="518">
                  <c:v>2</c:v>
                </c:pt>
                <c:pt idx="519">
                  <c:v>9</c:v>
                </c:pt>
                <c:pt idx="520">
                  <c:v>3</c:v>
                </c:pt>
                <c:pt idx="521">
                  <c:v>1</c:v>
                </c:pt>
                <c:pt idx="522">
                  <c:v>1</c:v>
                </c:pt>
                <c:pt idx="523">
                  <c:v>7</c:v>
                </c:pt>
                <c:pt idx="524">
                  <c:v>2</c:v>
                </c:pt>
                <c:pt idx="525">
                  <c:v>8</c:v>
                </c:pt>
                <c:pt idx="526">
                  <c:v>7</c:v>
                </c:pt>
                <c:pt idx="527">
                  <c:v>6</c:v>
                </c:pt>
                <c:pt idx="528">
                  <c:v>9</c:v>
                </c:pt>
                <c:pt idx="529">
                  <c:v>1</c:v>
                </c:pt>
                <c:pt idx="530">
                  <c:v>3</c:v>
                </c:pt>
                <c:pt idx="531">
                  <c:v>8</c:v>
                </c:pt>
                <c:pt idx="532">
                  <c:v>5</c:v>
                </c:pt>
                <c:pt idx="533">
                  <c:v>5</c:v>
                </c:pt>
                <c:pt idx="534">
                  <c:v>2</c:v>
                </c:pt>
                <c:pt idx="535">
                  <c:v>6</c:v>
                </c:pt>
                <c:pt idx="536">
                  <c:v>6</c:v>
                </c:pt>
                <c:pt idx="537">
                  <c:v>6</c:v>
                </c:pt>
                <c:pt idx="538">
                  <c:v>6</c:v>
                </c:pt>
                <c:pt idx="539">
                  <c:v>9</c:v>
                </c:pt>
                <c:pt idx="540">
                  <c:v>7</c:v>
                </c:pt>
                <c:pt idx="541">
                  <c:v>6</c:v>
                </c:pt>
                <c:pt idx="542">
                  <c:v>4</c:v>
                </c:pt>
                <c:pt idx="543">
                  <c:v>1</c:v>
                </c:pt>
                <c:pt idx="544">
                  <c:v>7</c:v>
                </c:pt>
                <c:pt idx="545">
                  <c:v>9</c:v>
                </c:pt>
                <c:pt idx="546">
                  <c:v>9</c:v>
                </c:pt>
                <c:pt idx="547">
                  <c:v>8</c:v>
                </c:pt>
                <c:pt idx="548">
                  <c:v>5</c:v>
                </c:pt>
                <c:pt idx="549">
                  <c:v>2</c:v>
                </c:pt>
                <c:pt idx="550">
                  <c:v>2</c:v>
                </c:pt>
                <c:pt idx="551">
                  <c:v>5</c:v>
                </c:pt>
                <c:pt idx="552">
                  <c:v>9</c:v>
                </c:pt>
                <c:pt idx="553">
                  <c:v>4</c:v>
                </c:pt>
                <c:pt idx="554">
                  <c:v>6</c:v>
                </c:pt>
                <c:pt idx="555">
                  <c:v>8</c:v>
                </c:pt>
                <c:pt idx="556">
                  <c:v>7</c:v>
                </c:pt>
                <c:pt idx="557">
                  <c:v>2</c:v>
                </c:pt>
                <c:pt idx="558">
                  <c:v>10</c:v>
                </c:pt>
                <c:pt idx="559">
                  <c:v>5</c:v>
                </c:pt>
                <c:pt idx="560">
                  <c:v>1</c:v>
                </c:pt>
                <c:pt idx="561">
                  <c:v>4</c:v>
                </c:pt>
                <c:pt idx="562">
                  <c:v>3</c:v>
                </c:pt>
                <c:pt idx="563">
                  <c:v>10</c:v>
                </c:pt>
                <c:pt idx="564">
                  <c:v>6</c:v>
                </c:pt>
                <c:pt idx="565">
                  <c:v>10</c:v>
                </c:pt>
                <c:pt idx="566">
                  <c:v>8</c:v>
                </c:pt>
                <c:pt idx="567">
                  <c:v>10</c:v>
                </c:pt>
                <c:pt idx="568">
                  <c:v>3</c:v>
                </c:pt>
                <c:pt idx="569">
                  <c:v>4</c:v>
                </c:pt>
                <c:pt idx="570">
                  <c:v>9</c:v>
                </c:pt>
                <c:pt idx="571">
                  <c:v>2</c:v>
                </c:pt>
                <c:pt idx="572">
                  <c:v>6</c:v>
                </c:pt>
                <c:pt idx="573">
                  <c:v>4</c:v>
                </c:pt>
                <c:pt idx="574">
                  <c:v>6</c:v>
                </c:pt>
                <c:pt idx="575">
                  <c:v>7</c:v>
                </c:pt>
                <c:pt idx="576">
                  <c:v>5</c:v>
                </c:pt>
                <c:pt idx="577">
                  <c:v>5</c:v>
                </c:pt>
                <c:pt idx="578">
                  <c:v>10</c:v>
                </c:pt>
                <c:pt idx="579">
                  <c:v>8</c:v>
                </c:pt>
                <c:pt idx="580">
                  <c:v>4</c:v>
                </c:pt>
                <c:pt idx="581">
                  <c:v>3</c:v>
                </c:pt>
                <c:pt idx="582">
                  <c:v>5</c:v>
                </c:pt>
                <c:pt idx="583">
                  <c:v>5</c:v>
                </c:pt>
                <c:pt idx="584">
                  <c:v>7</c:v>
                </c:pt>
                <c:pt idx="585">
                  <c:v>2</c:v>
                </c:pt>
                <c:pt idx="586">
                  <c:v>2</c:v>
                </c:pt>
                <c:pt idx="587">
                  <c:v>6</c:v>
                </c:pt>
                <c:pt idx="588">
                  <c:v>1</c:v>
                </c:pt>
                <c:pt idx="589">
                  <c:v>2</c:v>
                </c:pt>
                <c:pt idx="590">
                  <c:v>3</c:v>
                </c:pt>
                <c:pt idx="591">
                  <c:v>2</c:v>
                </c:pt>
                <c:pt idx="592">
                  <c:v>2</c:v>
                </c:pt>
                <c:pt idx="593">
                  <c:v>4</c:v>
                </c:pt>
                <c:pt idx="594">
                  <c:v>1</c:v>
                </c:pt>
                <c:pt idx="595">
                  <c:v>9</c:v>
                </c:pt>
                <c:pt idx="596">
                  <c:v>10</c:v>
                </c:pt>
                <c:pt idx="597">
                  <c:v>8</c:v>
                </c:pt>
                <c:pt idx="598">
                  <c:v>7</c:v>
                </c:pt>
                <c:pt idx="599">
                  <c:v>5</c:v>
                </c:pt>
                <c:pt idx="600">
                  <c:v>9</c:v>
                </c:pt>
                <c:pt idx="601">
                  <c:v>2</c:v>
                </c:pt>
                <c:pt idx="602">
                  <c:v>4</c:v>
                </c:pt>
                <c:pt idx="603">
                  <c:v>8</c:v>
                </c:pt>
                <c:pt idx="604">
                  <c:v>2</c:v>
                </c:pt>
                <c:pt idx="605">
                  <c:v>6</c:v>
                </c:pt>
                <c:pt idx="606">
                  <c:v>8</c:v>
                </c:pt>
                <c:pt idx="607">
                  <c:v>4</c:v>
                </c:pt>
                <c:pt idx="608">
                  <c:v>5</c:v>
                </c:pt>
                <c:pt idx="609">
                  <c:v>7</c:v>
                </c:pt>
                <c:pt idx="610">
                  <c:v>3</c:v>
                </c:pt>
                <c:pt idx="611">
                  <c:v>4</c:v>
                </c:pt>
                <c:pt idx="612">
                  <c:v>4</c:v>
                </c:pt>
                <c:pt idx="613">
                  <c:v>9</c:v>
                </c:pt>
                <c:pt idx="614">
                  <c:v>3</c:v>
                </c:pt>
                <c:pt idx="615">
                  <c:v>9</c:v>
                </c:pt>
                <c:pt idx="616">
                  <c:v>2</c:v>
                </c:pt>
                <c:pt idx="617">
                  <c:v>2</c:v>
                </c:pt>
                <c:pt idx="618">
                  <c:v>4</c:v>
                </c:pt>
                <c:pt idx="619">
                  <c:v>2</c:v>
                </c:pt>
                <c:pt idx="620">
                  <c:v>4</c:v>
                </c:pt>
                <c:pt idx="621">
                  <c:v>7</c:v>
                </c:pt>
                <c:pt idx="622">
                  <c:v>10</c:v>
                </c:pt>
                <c:pt idx="623">
                  <c:v>9</c:v>
                </c:pt>
                <c:pt idx="624">
                  <c:v>9</c:v>
                </c:pt>
                <c:pt idx="625">
                  <c:v>3</c:v>
                </c:pt>
                <c:pt idx="626">
                  <c:v>1</c:v>
                </c:pt>
                <c:pt idx="627">
                  <c:v>1</c:v>
                </c:pt>
                <c:pt idx="628">
                  <c:v>7</c:v>
                </c:pt>
                <c:pt idx="629">
                  <c:v>9</c:v>
                </c:pt>
                <c:pt idx="630">
                  <c:v>3</c:v>
                </c:pt>
                <c:pt idx="631">
                  <c:v>10</c:v>
                </c:pt>
                <c:pt idx="632">
                  <c:v>8</c:v>
                </c:pt>
                <c:pt idx="633">
                  <c:v>3</c:v>
                </c:pt>
                <c:pt idx="634">
                  <c:v>4</c:v>
                </c:pt>
                <c:pt idx="635">
                  <c:v>2</c:v>
                </c:pt>
                <c:pt idx="636">
                  <c:v>4</c:v>
                </c:pt>
                <c:pt idx="637">
                  <c:v>1</c:v>
                </c:pt>
                <c:pt idx="638">
                  <c:v>5</c:v>
                </c:pt>
                <c:pt idx="639">
                  <c:v>1</c:v>
                </c:pt>
                <c:pt idx="640">
                  <c:v>1</c:v>
                </c:pt>
                <c:pt idx="641">
                  <c:v>9</c:v>
                </c:pt>
                <c:pt idx="642">
                  <c:v>3</c:v>
                </c:pt>
                <c:pt idx="643">
                  <c:v>6</c:v>
                </c:pt>
                <c:pt idx="644">
                  <c:v>5</c:v>
                </c:pt>
                <c:pt idx="645">
                  <c:v>4</c:v>
                </c:pt>
                <c:pt idx="646">
                  <c:v>6</c:v>
                </c:pt>
                <c:pt idx="647">
                  <c:v>10</c:v>
                </c:pt>
                <c:pt idx="648">
                  <c:v>3</c:v>
                </c:pt>
                <c:pt idx="649">
                  <c:v>7</c:v>
                </c:pt>
                <c:pt idx="650">
                  <c:v>10</c:v>
                </c:pt>
                <c:pt idx="651">
                  <c:v>6</c:v>
                </c:pt>
                <c:pt idx="652">
                  <c:v>8</c:v>
                </c:pt>
                <c:pt idx="653">
                  <c:v>1</c:v>
                </c:pt>
                <c:pt idx="654">
                  <c:v>7</c:v>
                </c:pt>
                <c:pt idx="655">
                  <c:v>10</c:v>
                </c:pt>
                <c:pt idx="656">
                  <c:v>10</c:v>
                </c:pt>
                <c:pt idx="657">
                  <c:v>5</c:v>
                </c:pt>
                <c:pt idx="658">
                  <c:v>2</c:v>
                </c:pt>
                <c:pt idx="659">
                  <c:v>10</c:v>
                </c:pt>
                <c:pt idx="660">
                  <c:v>9</c:v>
                </c:pt>
                <c:pt idx="661">
                  <c:v>5</c:v>
                </c:pt>
                <c:pt idx="662">
                  <c:v>6</c:v>
                </c:pt>
                <c:pt idx="663">
                  <c:v>4</c:v>
                </c:pt>
                <c:pt idx="664">
                  <c:v>7</c:v>
                </c:pt>
                <c:pt idx="665">
                  <c:v>6</c:v>
                </c:pt>
                <c:pt idx="666">
                  <c:v>4</c:v>
                </c:pt>
                <c:pt idx="667">
                  <c:v>9</c:v>
                </c:pt>
                <c:pt idx="668">
                  <c:v>10</c:v>
                </c:pt>
                <c:pt idx="669">
                  <c:v>5</c:v>
                </c:pt>
                <c:pt idx="670">
                  <c:v>8</c:v>
                </c:pt>
                <c:pt idx="671">
                  <c:v>2</c:v>
                </c:pt>
                <c:pt idx="672">
                  <c:v>1</c:v>
                </c:pt>
                <c:pt idx="673">
                  <c:v>1</c:v>
                </c:pt>
                <c:pt idx="674">
                  <c:v>5</c:v>
                </c:pt>
                <c:pt idx="675">
                  <c:v>8</c:v>
                </c:pt>
                <c:pt idx="676">
                  <c:v>5</c:v>
                </c:pt>
                <c:pt idx="677">
                  <c:v>3</c:v>
                </c:pt>
                <c:pt idx="678">
                  <c:v>5</c:v>
                </c:pt>
                <c:pt idx="679">
                  <c:v>7</c:v>
                </c:pt>
                <c:pt idx="680">
                  <c:v>8</c:v>
                </c:pt>
                <c:pt idx="681">
                  <c:v>4</c:v>
                </c:pt>
                <c:pt idx="682">
                  <c:v>5</c:v>
                </c:pt>
                <c:pt idx="683">
                  <c:v>7</c:v>
                </c:pt>
                <c:pt idx="684">
                  <c:v>4</c:v>
                </c:pt>
                <c:pt idx="685">
                  <c:v>5</c:v>
                </c:pt>
                <c:pt idx="686">
                  <c:v>6</c:v>
                </c:pt>
                <c:pt idx="687">
                  <c:v>3</c:v>
                </c:pt>
                <c:pt idx="688">
                  <c:v>9</c:v>
                </c:pt>
                <c:pt idx="689">
                  <c:v>9</c:v>
                </c:pt>
                <c:pt idx="690">
                  <c:v>7</c:v>
                </c:pt>
                <c:pt idx="691">
                  <c:v>10</c:v>
                </c:pt>
                <c:pt idx="692">
                  <c:v>5</c:v>
                </c:pt>
                <c:pt idx="693">
                  <c:v>2</c:v>
                </c:pt>
                <c:pt idx="694">
                  <c:v>4</c:v>
                </c:pt>
                <c:pt idx="695">
                  <c:v>9</c:v>
                </c:pt>
                <c:pt idx="696">
                  <c:v>4</c:v>
                </c:pt>
                <c:pt idx="697">
                  <c:v>4</c:v>
                </c:pt>
                <c:pt idx="698">
                  <c:v>9</c:v>
                </c:pt>
                <c:pt idx="699">
                  <c:v>2</c:v>
                </c:pt>
                <c:pt idx="700">
                  <c:v>9</c:v>
                </c:pt>
                <c:pt idx="701">
                  <c:v>6</c:v>
                </c:pt>
                <c:pt idx="702">
                  <c:v>3</c:v>
                </c:pt>
                <c:pt idx="703">
                  <c:v>3</c:v>
                </c:pt>
                <c:pt idx="704">
                  <c:v>3</c:v>
                </c:pt>
                <c:pt idx="705">
                  <c:v>9</c:v>
                </c:pt>
                <c:pt idx="706">
                  <c:v>2</c:v>
                </c:pt>
                <c:pt idx="707">
                  <c:v>6</c:v>
                </c:pt>
                <c:pt idx="708">
                  <c:v>4</c:v>
                </c:pt>
                <c:pt idx="709">
                  <c:v>5</c:v>
                </c:pt>
                <c:pt idx="710">
                  <c:v>6</c:v>
                </c:pt>
                <c:pt idx="711">
                  <c:v>6</c:v>
                </c:pt>
                <c:pt idx="712">
                  <c:v>10</c:v>
                </c:pt>
                <c:pt idx="713">
                  <c:v>2</c:v>
                </c:pt>
                <c:pt idx="714">
                  <c:v>6</c:v>
                </c:pt>
                <c:pt idx="715">
                  <c:v>1</c:v>
                </c:pt>
                <c:pt idx="716">
                  <c:v>5</c:v>
                </c:pt>
                <c:pt idx="717">
                  <c:v>5</c:v>
                </c:pt>
                <c:pt idx="718">
                  <c:v>4</c:v>
                </c:pt>
                <c:pt idx="719">
                  <c:v>6</c:v>
                </c:pt>
                <c:pt idx="720">
                  <c:v>7</c:v>
                </c:pt>
                <c:pt idx="721">
                  <c:v>10</c:v>
                </c:pt>
                <c:pt idx="722">
                  <c:v>2</c:v>
                </c:pt>
                <c:pt idx="723">
                  <c:v>7</c:v>
                </c:pt>
                <c:pt idx="724">
                  <c:v>7</c:v>
                </c:pt>
                <c:pt idx="725">
                  <c:v>5</c:v>
                </c:pt>
                <c:pt idx="726">
                  <c:v>10</c:v>
                </c:pt>
                <c:pt idx="727">
                  <c:v>3</c:v>
                </c:pt>
                <c:pt idx="728">
                  <c:v>5</c:v>
                </c:pt>
                <c:pt idx="729">
                  <c:v>3</c:v>
                </c:pt>
                <c:pt idx="730">
                  <c:v>1</c:v>
                </c:pt>
                <c:pt idx="731">
                  <c:v>6</c:v>
                </c:pt>
                <c:pt idx="732">
                  <c:v>3</c:v>
                </c:pt>
                <c:pt idx="733">
                  <c:v>6</c:v>
                </c:pt>
                <c:pt idx="734">
                  <c:v>6</c:v>
                </c:pt>
                <c:pt idx="735">
                  <c:v>5</c:v>
                </c:pt>
                <c:pt idx="736">
                  <c:v>6</c:v>
                </c:pt>
                <c:pt idx="737">
                  <c:v>4</c:v>
                </c:pt>
                <c:pt idx="738">
                  <c:v>4</c:v>
                </c:pt>
                <c:pt idx="739">
                  <c:v>2</c:v>
                </c:pt>
                <c:pt idx="740">
                  <c:v>7</c:v>
                </c:pt>
                <c:pt idx="741">
                  <c:v>3</c:v>
                </c:pt>
                <c:pt idx="742">
                  <c:v>8</c:v>
                </c:pt>
                <c:pt idx="743">
                  <c:v>7</c:v>
                </c:pt>
                <c:pt idx="744">
                  <c:v>4</c:v>
                </c:pt>
                <c:pt idx="745">
                  <c:v>5</c:v>
                </c:pt>
                <c:pt idx="746">
                  <c:v>10</c:v>
                </c:pt>
                <c:pt idx="747">
                  <c:v>5</c:v>
                </c:pt>
                <c:pt idx="748">
                  <c:v>10</c:v>
                </c:pt>
                <c:pt idx="749">
                  <c:v>6</c:v>
                </c:pt>
                <c:pt idx="750">
                  <c:v>4</c:v>
                </c:pt>
                <c:pt idx="751">
                  <c:v>1</c:v>
                </c:pt>
                <c:pt idx="752">
                  <c:v>5</c:v>
                </c:pt>
                <c:pt idx="753">
                  <c:v>10</c:v>
                </c:pt>
                <c:pt idx="754">
                  <c:v>10</c:v>
                </c:pt>
                <c:pt idx="755">
                  <c:v>10</c:v>
                </c:pt>
                <c:pt idx="756">
                  <c:v>5</c:v>
                </c:pt>
                <c:pt idx="757">
                  <c:v>10</c:v>
                </c:pt>
                <c:pt idx="758">
                  <c:v>8</c:v>
                </c:pt>
                <c:pt idx="759">
                  <c:v>2</c:v>
                </c:pt>
                <c:pt idx="760">
                  <c:v>4</c:v>
                </c:pt>
                <c:pt idx="761">
                  <c:v>5</c:v>
                </c:pt>
                <c:pt idx="762">
                  <c:v>10</c:v>
                </c:pt>
                <c:pt idx="763">
                  <c:v>2</c:v>
                </c:pt>
                <c:pt idx="764">
                  <c:v>3</c:v>
                </c:pt>
                <c:pt idx="765">
                  <c:v>1</c:v>
                </c:pt>
                <c:pt idx="766">
                  <c:v>10</c:v>
                </c:pt>
                <c:pt idx="767">
                  <c:v>1</c:v>
                </c:pt>
                <c:pt idx="768">
                  <c:v>2</c:v>
                </c:pt>
                <c:pt idx="769">
                  <c:v>1</c:v>
                </c:pt>
                <c:pt idx="770">
                  <c:v>5</c:v>
                </c:pt>
                <c:pt idx="771">
                  <c:v>4</c:v>
                </c:pt>
                <c:pt idx="772">
                  <c:v>7</c:v>
                </c:pt>
                <c:pt idx="773">
                  <c:v>6</c:v>
                </c:pt>
                <c:pt idx="774">
                  <c:v>10</c:v>
                </c:pt>
                <c:pt idx="775">
                  <c:v>6</c:v>
                </c:pt>
                <c:pt idx="776">
                  <c:v>2</c:v>
                </c:pt>
                <c:pt idx="777">
                  <c:v>6</c:v>
                </c:pt>
                <c:pt idx="778">
                  <c:v>3</c:v>
                </c:pt>
                <c:pt idx="779">
                  <c:v>1</c:v>
                </c:pt>
                <c:pt idx="780">
                  <c:v>4</c:v>
                </c:pt>
                <c:pt idx="781">
                  <c:v>9</c:v>
                </c:pt>
                <c:pt idx="782">
                  <c:v>3</c:v>
                </c:pt>
                <c:pt idx="783">
                  <c:v>8</c:v>
                </c:pt>
                <c:pt idx="784">
                  <c:v>9</c:v>
                </c:pt>
                <c:pt idx="785">
                  <c:v>6</c:v>
                </c:pt>
                <c:pt idx="786">
                  <c:v>6</c:v>
                </c:pt>
                <c:pt idx="787">
                  <c:v>5</c:v>
                </c:pt>
                <c:pt idx="788">
                  <c:v>9</c:v>
                </c:pt>
                <c:pt idx="789">
                  <c:v>10</c:v>
                </c:pt>
                <c:pt idx="790">
                  <c:v>9</c:v>
                </c:pt>
                <c:pt idx="791">
                  <c:v>4</c:v>
                </c:pt>
                <c:pt idx="792">
                  <c:v>3</c:v>
                </c:pt>
                <c:pt idx="793">
                  <c:v>5</c:v>
                </c:pt>
                <c:pt idx="794">
                  <c:v>9</c:v>
                </c:pt>
                <c:pt idx="795">
                  <c:v>6</c:v>
                </c:pt>
                <c:pt idx="796">
                  <c:v>4</c:v>
                </c:pt>
                <c:pt idx="797">
                  <c:v>6</c:v>
                </c:pt>
                <c:pt idx="798">
                  <c:v>10</c:v>
                </c:pt>
                <c:pt idx="799">
                  <c:v>1</c:v>
                </c:pt>
                <c:pt idx="800">
                  <c:v>1</c:v>
                </c:pt>
                <c:pt idx="801">
                  <c:v>4</c:v>
                </c:pt>
                <c:pt idx="802">
                  <c:v>6</c:v>
                </c:pt>
                <c:pt idx="803">
                  <c:v>9</c:v>
                </c:pt>
                <c:pt idx="804">
                  <c:v>10</c:v>
                </c:pt>
                <c:pt idx="805">
                  <c:v>9</c:v>
                </c:pt>
                <c:pt idx="806">
                  <c:v>2</c:v>
                </c:pt>
                <c:pt idx="807">
                  <c:v>6</c:v>
                </c:pt>
                <c:pt idx="808">
                  <c:v>6</c:v>
                </c:pt>
                <c:pt idx="809">
                  <c:v>3</c:v>
                </c:pt>
                <c:pt idx="810">
                  <c:v>2</c:v>
                </c:pt>
                <c:pt idx="811">
                  <c:v>2</c:v>
                </c:pt>
                <c:pt idx="812">
                  <c:v>8</c:v>
                </c:pt>
                <c:pt idx="813">
                  <c:v>1</c:v>
                </c:pt>
                <c:pt idx="814">
                  <c:v>9</c:v>
                </c:pt>
                <c:pt idx="815">
                  <c:v>6</c:v>
                </c:pt>
                <c:pt idx="816">
                  <c:v>7</c:v>
                </c:pt>
                <c:pt idx="817">
                  <c:v>8</c:v>
                </c:pt>
                <c:pt idx="818">
                  <c:v>1</c:v>
                </c:pt>
                <c:pt idx="819">
                  <c:v>3</c:v>
                </c:pt>
                <c:pt idx="820">
                  <c:v>1</c:v>
                </c:pt>
                <c:pt idx="821">
                  <c:v>7</c:v>
                </c:pt>
                <c:pt idx="822">
                  <c:v>4</c:v>
                </c:pt>
                <c:pt idx="823">
                  <c:v>2</c:v>
                </c:pt>
                <c:pt idx="824">
                  <c:v>5</c:v>
                </c:pt>
                <c:pt idx="825">
                  <c:v>1</c:v>
                </c:pt>
                <c:pt idx="826">
                  <c:v>4</c:v>
                </c:pt>
                <c:pt idx="827">
                  <c:v>2</c:v>
                </c:pt>
                <c:pt idx="828">
                  <c:v>8</c:v>
                </c:pt>
                <c:pt idx="829">
                  <c:v>3</c:v>
                </c:pt>
                <c:pt idx="830">
                  <c:v>4</c:v>
                </c:pt>
                <c:pt idx="831">
                  <c:v>6</c:v>
                </c:pt>
                <c:pt idx="832">
                  <c:v>3</c:v>
                </c:pt>
                <c:pt idx="833">
                  <c:v>3</c:v>
                </c:pt>
                <c:pt idx="834">
                  <c:v>5</c:v>
                </c:pt>
                <c:pt idx="835">
                  <c:v>4</c:v>
                </c:pt>
                <c:pt idx="836">
                  <c:v>6</c:v>
                </c:pt>
                <c:pt idx="837">
                  <c:v>5</c:v>
                </c:pt>
                <c:pt idx="838">
                  <c:v>9</c:v>
                </c:pt>
                <c:pt idx="839">
                  <c:v>10</c:v>
                </c:pt>
                <c:pt idx="840">
                  <c:v>3</c:v>
                </c:pt>
                <c:pt idx="841">
                  <c:v>7</c:v>
                </c:pt>
                <c:pt idx="842">
                  <c:v>5</c:v>
                </c:pt>
                <c:pt idx="843">
                  <c:v>6</c:v>
                </c:pt>
                <c:pt idx="844">
                  <c:v>7</c:v>
                </c:pt>
                <c:pt idx="845">
                  <c:v>10</c:v>
                </c:pt>
                <c:pt idx="846">
                  <c:v>1</c:v>
                </c:pt>
                <c:pt idx="847">
                  <c:v>2</c:v>
                </c:pt>
                <c:pt idx="848">
                  <c:v>9</c:v>
                </c:pt>
                <c:pt idx="849">
                  <c:v>10</c:v>
                </c:pt>
                <c:pt idx="850">
                  <c:v>3</c:v>
                </c:pt>
                <c:pt idx="851">
                  <c:v>10</c:v>
                </c:pt>
                <c:pt idx="852">
                  <c:v>8</c:v>
                </c:pt>
                <c:pt idx="853">
                  <c:v>5</c:v>
                </c:pt>
                <c:pt idx="854">
                  <c:v>2</c:v>
                </c:pt>
                <c:pt idx="855">
                  <c:v>1</c:v>
                </c:pt>
                <c:pt idx="856">
                  <c:v>8</c:v>
                </c:pt>
                <c:pt idx="857">
                  <c:v>4</c:v>
                </c:pt>
                <c:pt idx="858">
                  <c:v>6</c:v>
                </c:pt>
                <c:pt idx="859">
                  <c:v>7</c:v>
                </c:pt>
                <c:pt idx="860">
                  <c:v>8</c:v>
                </c:pt>
                <c:pt idx="861">
                  <c:v>9</c:v>
                </c:pt>
                <c:pt idx="862">
                  <c:v>2</c:v>
                </c:pt>
                <c:pt idx="863">
                  <c:v>2</c:v>
                </c:pt>
                <c:pt idx="864">
                  <c:v>7</c:v>
                </c:pt>
                <c:pt idx="865">
                  <c:v>5</c:v>
                </c:pt>
                <c:pt idx="866">
                  <c:v>5</c:v>
                </c:pt>
                <c:pt idx="867">
                  <c:v>4</c:v>
                </c:pt>
                <c:pt idx="868">
                  <c:v>4</c:v>
                </c:pt>
                <c:pt idx="869">
                  <c:v>1</c:v>
                </c:pt>
                <c:pt idx="870">
                  <c:v>3</c:v>
                </c:pt>
                <c:pt idx="871">
                  <c:v>5</c:v>
                </c:pt>
                <c:pt idx="872">
                  <c:v>5</c:v>
                </c:pt>
                <c:pt idx="873">
                  <c:v>6</c:v>
                </c:pt>
                <c:pt idx="874">
                  <c:v>5</c:v>
                </c:pt>
                <c:pt idx="875">
                  <c:v>4</c:v>
                </c:pt>
                <c:pt idx="876">
                  <c:v>10</c:v>
                </c:pt>
                <c:pt idx="877">
                  <c:v>7</c:v>
                </c:pt>
                <c:pt idx="878">
                  <c:v>2</c:v>
                </c:pt>
                <c:pt idx="879">
                  <c:v>2</c:v>
                </c:pt>
                <c:pt idx="880">
                  <c:v>8</c:v>
                </c:pt>
                <c:pt idx="881">
                  <c:v>10</c:v>
                </c:pt>
                <c:pt idx="882">
                  <c:v>7</c:v>
                </c:pt>
                <c:pt idx="883">
                  <c:v>8</c:v>
                </c:pt>
                <c:pt idx="884">
                  <c:v>1</c:v>
                </c:pt>
                <c:pt idx="885">
                  <c:v>8</c:v>
                </c:pt>
                <c:pt idx="886">
                  <c:v>2</c:v>
                </c:pt>
                <c:pt idx="887">
                  <c:v>9</c:v>
                </c:pt>
                <c:pt idx="888">
                  <c:v>1</c:v>
                </c:pt>
                <c:pt idx="889">
                  <c:v>4</c:v>
                </c:pt>
                <c:pt idx="890">
                  <c:v>1</c:v>
                </c:pt>
                <c:pt idx="891">
                  <c:v>3</c:v>
                </c:pt>
                <c:pt idx="892">
                  <c:v>8</c:v>
                </c:pt>
                <c:pt idx="893">
                  <c:v>1</c:v>
                </c:pt>
                <c:pt idx="894">
                  <c:v>3</c:v>
                </c:pt>
                <c:pt idx="895">
                  <c:v>9</c:v>
                </c:pt>
                <c:pt idx="896">
                  <c:v>8</c:v>
                </c:pt>
                <c:pt idx="897">
                  <c:v>10</c:v>
                </c:pt>
                <c:pt idx="898">
                  <c:v>5</c:v>
                </c:pt>
                <c:pt idx="899">
                  <c:v>3</c:v>
                </c:pt>
                <c:pt idx="900">
                  <c:v>7</c:v>
                </c:pt>
                <c:pt idx="901">
                  <c:v>6</c:v>
                </c:pt>
                <c:pt idx="902">
                  <c:v>3</c:v>
                </c:pt>
                <c:pt idx="903">
                  <c:v>6</c:v>
                </c:pt>
                <c:pt idx="904">
                  <c:v>2</c:v>
                </c:pt>
                <c:pt idx="905">
                  <c:v>5</c:v>
                </c:pt>
                <c:pt idx="906">
                  <c:v>2</c:v>
                </c:pt>
                <c:pt idx="907">
                  <c:v>5</c:v>
                </c:pt>
                <c:pt idx="908">
                  <c:v>2</c:v>
                </c:pt>
                <c:pt idx="909">
                  <c:v>2</c:v>
                </c:pt>
                <c:pt idx="910">
                  <c:v>3</c:v>
                </c:pt>
                <c:pt idx="911">
                  <c:v>1</c:v>
                </c:pt>
                <c:pt idx="912">
                  <c:v>3</c:v>
                </c:pt>
                <c:pt idx="913">
                  <c:v>1</c:v>
                </c:pt>
                <c:pt idx="914">
                  <c:v>1</c:v>
                </c:pt>
                <c:pt idx="915">
                  <c:v>3</c:v>
                </c:pt>
                <c:pt idx="916">
                  <c:v>2</c:v>
                </c:pt>
                <c:pt idx="917">
                  <c:v>5</c:v>
                </c:pt>
                <c:pt idx="918">
                  <c:v>7</c:v>
                </c:pt>
                <c:pt idx="919">
                  <c:v>6</c:v>
                </c:pt>
                <c:pt idx="920">
                  <c:v>1</c:v>
                </c:pt>
                <c:pt idx="921">
                  <c:v>7</c:v>
                </c:pt>
                <c:pt idx="922">
                  <c:v>10</c:v>
                </c:pt>
                <c:pt idx="923">
                  <c:v>6</c:v>
                </c:pt>
                <c:pt idx="924">
                  <c:v>3</c:v>
                </c:pt>
                <c:pt idx="925">
                  <c:v>3</c:v>
                </c:pt>
                <c:pt idx="926">
                  <c:v>10</c:v>
                </c:pt>
                <c:pt idx="927">
                  <c:v>4</c:v>
                </c:pt>
                <c:pt idx="928">
                  <c:v>1</c:v>
                </c:pt>
                <c:pt idx="929">
                  <c:v>1</c:v>
                </c:pt>
                <c:pt idx="930">
                  <c:v>4</c:v>
                </c:pt>
                <c:pt idx="931">
                  <c:v>8</c:v>
                </c:pt>
                <c:pt idx="932">
                  <c:v>8</c:v>
                </c:pt>
                <c:pt idx="933">
                  <c:v>2</c:v>
                </c:pt>
                <c:pt idx="934">
                  <c:v>4</c:v>
                </c:pt>
                <c:pt idx="935">
                  <c:v>10</c:v>
                </c:pt>
                <c:pt idx="936">
                  <c:v>3</c:v>
                </c:pt>
                <c:pt idx="937">
                  <c:v>7</c:v>
                </c:pt>
                <c:pt idx="938">
                  <c:v>1</c:v>
                </c:pt>
                <c:pt idx="939">
                  <c:v>10</c:v>
                </c:pt>
                <c:pt idx="940">
                  <c:v>7</c:v>
                </c:pt>
                <c:pt idx="941">
                  <c:v>5</c:v>
                </c:pt>
                <c:pt idx="942">
                  <c:v>2</c:v>
                </c:pt>
                <c:pt idx="943">
                  <c:v>8</c:v>
                </c:pt>
                <c:pt idx="944">
                  <c:v>8</c:v>
                </c:pt>
                <c:pt idx="945">
                  <c:v>6</c:v>
                </c:pt>
                <c:pt idx="946">
                  <c:v>2</c:v>
                </c:pt>
                <c:pt idx="947">
                  <c:v>10</c:v>
                </c:pt>
                <c:pt idx="948">
                  <c:v>9</c:v>
                </c:pt>
                <c:pt idx="949">
                  <c:v>8</c:v>
                </c:pt>
                <c:pt idx="950">
                  <c:v>8</c:v>
                </c:pt>
                <c:pt idx="951">
                  <c:v>4</c:v>
                </c:pt>
                <c:pt idx="952">
                  <c:v>9</c:v>
                </c:pt>
                <c:pt idx="953">
                  <c:v>3</c:v>
                </c:pt>
                <c:pt idx="954">
                  <c:v>3</c:v>
                </c:pt>
                <c:pt idx="955">
                  <c:v>3</c:v>
                </c:pt>
                <c:pt idx="956">
                  <c:v>9</c:v>
                </c:pt>
                <c:pt idx="957">
                  <c:v>5</c:v>
                </c:pt>
                <c:pt idx="958">
                  <c:v>1</c:v>
                </c:pt>
                <c:pt idx="959">
                  <c:v>9</c:v>
                </c:pt>
                <c:pt idx="960">
                  <c:v>10</c:v>
                </c:pt>
                <c:pt idx="961">
                  <c:v>7</c:v>
                </c:pt>
                <c:pt idx="962">
                  <c:v>5</c:v>
                </c:pt>
                <c:pt idx="963">
                  <c:v>2</c:v>
                </c:pt>
                <c:pt idx="964">
                  <c:v>8</c:v>
                </c:pt>
                <c:pt idx="965">
                  <c:v>6</c:v>
                </c:pt>
                <c:pt idx="966">
                  <c:v>3</c:v>
                </c:pt>
                <c:pt idx="967">
                  <c:v>9</c:v>
                </c:pt>
                <c:pt idx="968">
                  <c:v>1</c:v>
                </c:pt>
                <c:pt idx="969">
                  <c:v>1</c:v>
                </c:pt>
                <c:pt idx="970">
                  <c:v>4</c:v>
                </c:pt>
                <c:pt idx="971">
                  <c:v>10</c:v>
                </c:pt>
                <c:pt idx="972">
                  <c:v>10</c:v>
                </c:pt>
                <c:pt idx="973">
                  <c:v>6</c:v>
                </c:pt>
                <c:pt idx="974">
                  <c:v>3</c:v>
                </c:pt>
                <c:pt idx="975">
                  <c:v>1</c:v>
                </c:pt>
                <c:pt idx="976">
                  <c:v>3</c:v>
                </c:pt>
                <c:pt idx="977">
                  <c:v>6</c:v>
                </c:pt>
                <c:pt idx="978">
                  <c:v>5</c:v>
                </c:pt>
                <c:pt idx="979">
                  <c:v>6</c:v>
                </c:pt>
                <c:pt idx="980">
                  <c:v>10</c:v>
                </c:pt>
                <c:pt idx="981">
                  <c:v>3</c:v>
                </c:pt>
                <c:pt idx="982">
                  <c:v>4</c:v>
                </c:pt>
                <c:pt idx="983">
                  <c:v>3</c:v>
                </c:pt>
                <c:pt idx="984">
                  <c:v>1</c:v>
                </c:pt>
                <c:pt idx="985">
                  <c:v>4</c:v>
                </c:pt>
                <c:pt idx="986">
                  <c:v>2</c:v>
                </c:pt>
                <c:pt idx="987">
                  <c:v>2</c:v>
                </c:pt>
                <c:pt idx="988">
                  <c:v>1</c:v>
                </c:pt>
                <c:pt idx="989">
                  <c:v>4</c:v>
                </c:pt>
                <c:pt idx="990">
                  <c:v>9</c:v>
                </c:pt>
                <c:pt idx="991">
                  <c:v>8</c:v>
                </c:pt>
                <c:pt idx="992">
                  <c:v>5</c:v>
                </c:pt>
                <c:pt idx="993">
                  <c:v>1</c:v>
                </c:pt>
                <c:pt idx="994">
                  <c:v>9</c:v>
                </c:pt>
                <c:pt idx="995">
                  <c:v>9</c:v>
                </c:pt>
                <c:pt idx="996">
                  <c:v>5</c:v>
                </c:pt>
                <c:pt idx="997">
                  <c:v>9</c:v>
                </c:pt>
                <c:pt idx="998">
                  <c:v>9</c:v>
                </c:pt>
                <c:pt idx="999">
                  <c:v>9</c:v>
                </c:pt>
              </c:numCache>
            </c:numRef>
          </c:xVal>
          <c:yVal>
            <c:numRef>
              <c:f>Sheet1!$B$2:$B$1001</c:f>
              <c:numCache>
                <c:formatCode>General</c:formatCode>
                <c:ptCount val="1000"/>
                <c:pt idx="0">
                  <c:v>19808</c:v>
                </c:pt>
                <c:pt idx="1">
                  <c:v>139531</c:v>
                </c:pt>
                <c:pt idx="2">
                  <c:v>299928</c:v>
                </c:pt>
                <c:pt idx="3">
                  <c:v>256872</c:v>
                </c:pt>
                <c:pt idx="4">
                  <c:v>140366</c:v>
                </c:pt>
                <c:pt idx="5">
                  <c:v>323527</c:v>
                </c:pt>
                <c:pt idx="6">
                  <c:v>299985</c:v>
                </c:pt>
                <c:pt idx="7">
                  <c:v>28466</c:v>
                </c:pt>
                <c:pt idx="8">
                  <c:v>116929</c:v>
                </c:pt>
                <c:pt idx="9">
                  <c:v>144195</c:v>
                </c:pt>
                <c:pt idx="10">
                  <c:v>42454</c:v>
                </c:pt>
                <c:pt idx="11">
                  <c:v>283053</c:v>
                </c:pt>
                <c:pt idx="12">
                  <c:v>37068</c:v>
                </c:pt>
                <c:pt idx="13">
                  <c:v>96340</c:v>
                </c:pt>
                <c:pt idx="14">
                  <c:v>203722</c:v>
                </c:pt>
                <c:pt idx="15">
                  <c:v>201111</c:v>
                </c:pt>
                <c:pt idx="16">
                  <c:v>401091</c:v>
                </c:pt>
                <c:pt idx="17">
                  <c:v>7281</c:v>
                </c:pt>
                <c:pt idx="18">
                  <c:v>30613</c:v>
                </c:pt>
                <c:pt idx="19">
                  <c:v>190163</c:v>
                </c:pt>
                <c:pt idx="20">
                  <c:v>2345</c:v>
                </c:pt>
                <c:pt idx="21">
                  <c:v>107775</c:v>
                </c:pt>
                <c:pt idx="22">
                  <c:v>315765</c:v>
                </c:pt>
                <c:pt idx="23">
                  <c:v>22254</c:v>
                </c:pt>
                <c:pt idx="24">
                  <c:v>252489</c:v>
                </c:pt>
                <c:pt idx="25">
                  <c:v>354730</c:v>
                </c:pt>
                <c:pt idx="26">
                  <c:v>47675</c:v>
                </c:pt>
                <c:pt idx="27">
                  <c:v>72674</c:v>
                </c:pt>
                <c:pt idx="28">
                  <c:v>213937</c:v>
                </c:pt>
                <c:pt idx="29">
                  <c:v>42764</c:v>
                </c:pt>
                <c:pt idx="30">
                  <c:v>15831</c:v>
                </c:pt>
                <c:pt idx="31">
                  <c:v>174333</c:v>
                </c:pt>
                <c:pt idx="32">
                  <c:v>87780</c:v>
                </c:pt>
                <c:pt idx="33">
                  <c:v>234114</c:v>
                </c:pt>
                <c:pt idx="34">
                  <c:v>191587</c:v>
                </c:pt>
                <c:pt idx="35">
                  <c:v>359292</c:v>
                </c:pt>
                <c:pt idx="36">
                  <c:v>285228</c:v>
                </c:pt>
                <c:pt idx="37">
                  <c:v>19176</c:v>
                </c:pt>
                <c:pt idx="38">
                  <c:v>234168</c:v>
                </c:pt>
                <c:pt idx="39">
                  <c:v>3993</c:v>
                </c:pt>
                <c:pt idx="40">
                  <c:v>221830</c:v>
                </c:pt>
                <c:pt idx="41">
                  <c:v>119663</c:v>
                </c:pt>
                <c:pt idx="42">
                  <c:v>99129</c:v>
                </c:pt>
                <c:pt idx="43">
                  <c:v>86395</c:v>
                </c:pt>
                <c:pt idx="44">
                  <c:v>13425</c:v>
                </c:pt>
                <c:pt idx="45">
                  <c:v>12420</c:v>
                </c:pt>
                <c:pt idx="46">
                  <c:v>95299</c:v>
                </c:pt>
                <c:pt idx="47">
                  <c:v>124270</c:v>
                </c:pt>
                <c:pt idx="48">
                  <c:v>277514</c:v>
                </c:pt>
                <c:pt idx="49">
                  <c:v>123372</c:v>
                </c:pt>
                <c:pt idx="50">
                  <c:v>493678</c:v>
                </c:pt>
                <c:pt idx="51">
                  <c:v>27937</c:v>
                </c:pt>
                <c:pt idx="52">
                  <c:v>296421</c:v>
                </c:pt>
                <c:pt idx="53">
                  <c:v>264231</c:v>
                </c:pt>
                <c:pt idx="54">
                  <c:v>66608</c:v>
                </c:pt>
                <c:pt idx="55">
                  <c:v>246945</c:v>
                </c:pt>
                <c:pt idx="56">
                  <c:v>333687</c:v>
                </c:pt>
                <c:pt idx="57">
                  <c:v>44708</c:v>
                </c:pt>
                <c:pt idx="58">
                  <c:v>184045</c:v>
                </c:pt>
                <c:pt idx="59">
                  <c:v>101172</c:v>
                </c:pt>
                <c:pt idx="60">
                  <c:v>29263</c:v>
                </c:pt>
                <c:pt idx="61">
                  <c:v>17040</c:v>
                </c:pt>
                <c:pt idx="62">
                  <c:v>277416</c:v>
                </c:pt>
                <c:pt idx="63">
                  <c:v>244477</c:v>
                </c:pt>
                <c:pt idx="64">
                  <c:v>89055</c:v>
                </c:pt>
                <c:pt idx="65">
                  <c:v>174065</c:v>
                </c:pt>
                <c:pt idx="66">
                  <c:v>136833</c:v>
                </c:pt>
                <c:pt idx="67">
                  <c:v>206413</c:v>
                </c:pt>
                <c:pt idx="68">
                  <c:v>109163</c:v>
                </c:pt>
                <c:pt idx="69">
                  <c:v>218701</c:v>
                </c:pt>
                <c:pt idx="70">
                  <c:v>146099</c:v>
                </c:pt>
                <c:pt idx="71">
                  <c:v>25718</c:v>
                </c:pt>
                <c:pt idx="72">
                  <c:v>408777</c:v>
                </c:pt>
                <c:pt idx="73">
                  <c:v>86397</c:v>
                </c:pt>
                <c:pt idx="74">
                  <c:v>17767</c:v>
                </c:pt>
                <c:pt idx="75">
                  <c:v>110614</c:v>
                </c:pt>
                <c:pt idx="76">
                  <c:v>64708</c:v>
                </c:pt>
                <c:pt idx="77">
                  <c:v>35862</c:v>
                </c:pt>
                <c:pt idx="78">
                  <c:v>13130</c:v>
                </c:pt>
                <c:pt idx="79">
                  <c:v>411726</c:v>
                </c:pt>
                <c:pt idx="80">
                  <c:v>35099</c:v>
                </c:pt>
                <c:pt idx="81">
                  <c:v>439610</c:v>
                </c:pt>
                <c:pt idx="82">
                  <c:v>223452</c:v>
                </c:pt>
                <c:pt idx="83">
                  <c:v>142731</c:v>
                </c:pt>
                <c:pt idx="84">
                  <c:v>136627</c:v>
                </c:pt>
                <c:pt idx="85">
                  <c:v>48678</c:v>
                </c:pt>
                <c:pt idx="86">
                  <c:v>2094</c:v>
                </c:pt>
                <c:pt idx="87">
                  <c:v>163990</c:v>
                </c:pt>
                <c:pt idx="88">
                  <c:v>118003</c:v>
                </c:pt>
                <c:pt idx="89">
                  <c:v>405004</c:v>
                </c:pt>
                <c:pt idx="90">
                  <c:v>6910</c:v>
                </c:pt>
                <c:pt idx="91">
                  <c:v>230997</c:v>
                </c:pt>
                <c:pt idx="92">
                  <c:v>143752</c:v>
                </c:pt>
                <c:pt idx="93">
                  <c:v>213995</c:v>
                </c:pt>
                <c:pt idx="94">
                  <c:v>75639</c:v>
                </c:pt>
                <c:pt idx="95">
                  <c:v>291741</c:v>
                </c:pt>
                <c:pt idx="96">
                  <c:v>407456</c:v>
                </c:pt>
                <c:pt idx="97">
                  <c:v>62434</c:v>
                </c:pt>
                <c:pt idx="98">
                  <c:v>2768</c:v>
                </c:pt>
                <c:pt idx="99">
                  <c:v>27899</c:v>
                </c:pt>
                <c:pt idx="100">
                  <c:v>174941</c:v>
                </c:pt>
                <c:pt idx="101">
                  <c:v>122561</c:v>
                </c:pt>
                <c:pt idx="102">
                  <c:v>311181</c:v>
                </c:pt>
                <c:pt idx="103">
                  <c:v>51282</c:v>
                </c:pt>
                <c:pt idx="104">
                  <c:v>323841</c:v>
                </c:pt>
                <c:pt idx="105">
                  <c:v>5629</c:v>
                </c:pt>
                <c:pt idx="106">
                  <c:v>328896</c:v>
                </c:pt>
                <c:pt idx="107">
                  <c:v>147308</c:v>
                </c:pt>
                <c:pt idx="108">
                  <c:v>128420</c:v>
                </c:pt>
                <c:pt idx="109">
                  <c:v>33198</c:v>
                </c:pt>
                <c:pt idx="110">
                  <c:v>7917</c:v>
                </c:pt>
                <c:pt idx="111">
                  <c:v>100011</c:v>
                </c:pt>
                <c:pt idx="112">
                  <c:v>103918</c:v>
                </c:pt>
                <c:pt idx="113">
                  <c:v>224372</c:v>
                </c:pt>
                <c:pt idx="114">
                  <c:v>369482</c:v>
                </c:pt>
                <c:pt idx="115">
                  <c:v>42782</c:v>
                </c:pt>
                <c:pt idx="116">
                  <c:v>147501</c:v>
                </c:pt>
                <c:pt idx="117">
                  <c:v>166563</c:v>
                </c:pt>
                <c:pt idx="118">
                  <c:v>51591</c:v>
                </c:pt>
                <c:pt idx="119">
                  <c:v>35134</c:v>
                </c:pt>
                <c:pt idx="120">
                  <c:v>36304</c:v>
                </c:pt>
                <c:pt idx="121">
                  <c:v>113779</c:v>
                </c:pt>
                <c:pt idx="122">
                  <c:v>19026</c:v>
                </c:pt>
                <c:pt idx="123">
                  <c:v>325426</c:v>
                </c:pt>
                <c:pt idx="124">
                  <c:v>17041</c:v>
                </c:pt>
                <c:pt idx="125">
                  <c:v>248967</c:v>
                </c:pt>
                <c:pt idx="126">
                  <c:v>259301</c:v>
                </c:pt>
                <c:pt idx="127">
                  <c:v>210255</c:v>
                </c:pt>
                <c:pt idx="128">
                  <c:v>174667</c:v>
                </c:pt>
                <c:pt idx="129">
                  <c:v>243463</c:v>
                </c:pt>
                <c:pt idx="130">
                  <c:v>195200</c:v>
                </c:pt>
                <c:pt idx="131">
                  <c:v>299030</c:v>
                </c:pt>
                <c:pt idx="132">
                  <c:v>132772</c:v>
                </c:pt>
                <c:pt idx="133">
                  <c:v>429432</c:v>
                </c:pt>
                <c:pt idx="134">
                  <c:v>145301</c:v>
                </c:pt>
                <c:pt idx="135">
                  <c:v>63845</c:v>
                </c:pt>
                <c:pt idx="136">
                  <c:v>148741</c:v>
                </c:pt>
                <c:pt idx="137">
                  <c:v>180510</c:v>
                </c:pt>
                <c:pt idx="138">
                  <c:v>121252</c:v>
                </c:pt>
                <c:pt idx="139">
                  <c:v>226246</c:v>
                </c:pt>
                <c:pt idx="140">
                  <c:v>203324</c:v>
                </c:pt>
                <c:pt idx="141">
                  <c:v>181063</c:v>
                </c:pt>
                <c:pt idx="142">
                  <c:v>85717</c:v>
                </c:pt>
                <c:pt idx="143">
                  <c:v>27594</c:v>
                </c:pt>
                <c:pt idx="144">
                  <c:v>20741</c:v>
                </c:pt>
                <c:pt idx="145">
                  <c:v>112729</c:v>
                </c:pt>
                <c:pt idx="146">
                  <c:v>122496</c:v>
                </c:pt>
                <c:pt idx="147">
                  <c:v>16186</c:v>
                </c:pt>
                <c:pt idx="148">
                  <c:v>7895</c:v>
                </c:pt>
                <c:pt idx="149">
                  <c:v>333996</c:v>
                </c:pt>
                <c:pt idx="150">
                  <c:v>439499</c:v>
                </c:pt>
                <c:pt idx="151">
                  <c:v>340498</c:v>
                </c:pt>
                <c:pt idx="152">
                  <c:v>169197</c:v>
                </c:pt>
                <c:pt idx="153">
                  <c:v>191168</c:v>
                </c:pt>
                <c:pt idx="154">
                  <c:v>26010</c:v>
                </c:pt>
                <c:pt idx="155">
                  <c:v>36588</c:v>
                </c:pt>
                <c:pt idx="156">
                  <c:v>81620</c:v>
                </c:pt>
                <c:pt idx="157">
                  <c:v>199283</c:v>
                </c:pt>
                <c:pt idx="158">
                  <c:v>10851</c:v>
                </c:pt>
                <c:pt idx="159">
                  <c:v>437</c:v>
                </c:pt>
                <c:pt idx="160">
                  <c:v>203724</c:v>
                </c:pt>
                <c:pt idx="161">
                  <c:v>238984</c:v>
                </c:pt>
                <c:pt idx="162">
                  <c:v>410547</c:v>
                </c:pt>
                <c:pt idx="163">
                  <c:v>141200</c:v>
                </c:pt>
                <c:pt idx="164">
                  <c:v>125266</c:v>
                </c:pt>
                <c:pt idx="165">
                  <c:v>165725</c:v>
                </c:pt>
                <c:pt idx="166">
                  <c:v>299490</c:v>
                </c:pt>
                <c:pt idx="167">
                  <c:v>317306</c:v>
                </c:pt>
                <c:pt idx="168">
                  <c:v>120557</c:v>
                </c:pt>
                <c:pt idx="169">
                  <c:v>30869</c:v>
                </c:pt>
                <c:pt idx="170">
                  <c:v>8906</c:v>
                </c:pt>
                <c:pt idx="171">
                  <c:v>43713</c:v>
                </c:pt>
                <c:pt idx="172">
                  <c:v>241033</c:v>
                </c:pt>
                <c:pt idx="173">
                  <c:v>444514</c:v>
                </c:pt>
                <c:pt idx="174">
                  <c:v>196135</c:v>
                </c:pt>
                <c:pt idx="175">
                  <c:v>67402</c:v>
                </c:pt>
                <c:pt idx="176">
                  <c:v>28196</c:v>
                </c:pt>
                <c:pt idx="177">
                  <c:v>102099</c:v>
                </c:pt>
                <c:pt idx="178">
                  <c:v>7119</c:v>
                </c:pt>
                <c:pt idx="179">
                  <c:v>237885</c:v>
                </c:pt>
                <c:pt idx="180">
                  <c:v>10367</c:v>
                </c:pt>
                <c:pt idx="181">
                  <c:v>185035</c:v>
                </c:pt>
                <c:pt idx="182">
                  <c:v>88673</c:v>
                </c:pt>
                <c:pt idx="183">
                  <c:v>14920</c:v>
                </c:pt>
                <c:pt idx="184">
                  <c:v>26462</c:v>
                </c:pt>
                <c:pt idx="185">
                  <c:v>21002</c:v>
                </c:pt>
                <c:pt idx="186">
                  <c:v>150908</c:v>
                </c:pt>
                <c:pt idx="187">
                  <c:v>143878</c:v>
                </c:pt>
                <c:pt idx="188">
                  <c:v>38214</c:v>
                </c:pt>
                <c:pt idx="189">
                  <c:v>19590</c:v>
                </c:pt>
                <c:pt idx="190">
                  <c:v>105842</c:v>
                </c:pt>
                <c:pt idx="191">
                  <c:v>54797</c:v>
                </c:pt>
                <c:pt idx="192">
                  <c:v>274084</c:v>
                </c:pt>
                <c:pt idx="193">
                  <c:v>89287</c:v>
                </c:pt>
                <c:pt idx="194">
                  <c:v>219937</c:v>
                </c:pt>
                <c:pt idx="195">
                  <c:v>35489</c:v>
                </c:pt>
                <c:pt idx="196">
                  <c:v>252084</c:v>
                </c:pt>
                <c:pt idx="197">
                  <c:v>16634</c:v>
                </c:pt>
                <c:pt idx="198">
                  <c:v>220868</c:v>
                </c:pt>
                <c:pt idx="199">
                  <c:v>178649</c:v>
                </c:pt>
                <c:pt idx="200">
                  <c:v>142636</c:v>
                </c:pt>
                <c:pt idx="201">
                  <c:v>144704</c:v>
                </c:pt>
                <c:pt idx="202">
                  <c:v>48124</c:v>
                </c:pt>
                <c:pt idx="203">
                  <c:v>148804</c:v>
                </c:pt>
                <c:pt idx="204">
                  <c:v>16715</c:v>
                </c:pt>
                <c:pt idx="205">
                  <c:v>185424</c:v>
                </c:pt>
                <c:pt idx="206">
                  <c:v>21090</c:v>
                </c:pt>
                <c:pt idx="207">
                  <c:v>208853</c:v>
                </c:pt>
                <c:pt idx="208">
                  <c:v>177139</c:v>
                </c:pt>
                <c:pt idx="209">
                  <c:v>13264</c:v>
                </c:pt>
                <c:pt idx="210">
                  <c:v>49068</c:v>
                </c:pt>
                <c:pt idx="211">
                  <c:v>111865</c:v>
                </c:pt>
                <c:pt idx="212">
                  <c:v>130165</c:v>
                </c:pt>
                <c:pt idx="213">
                  <c:v>29838</c:v>
                </c:pt>
                <c:pt idx="214">
                  <c:v>47542</c:v>
                </c:pt>
                <c:pt idx="215">
                  <c:v>156220</c:v>
                </c:pt>
                <c:pt idx="216">
                  <c:v>121853</c:v>
                </c:pt>
                <c:pt idx="217">
                  <c:v>62200</c:v>
                </c:pt>
                <c:pt idx="218">
                  <c:v>34192</c:v>
                </c:pt>
                <c:pt idx="219">
                  <c:v>24428</c:v>
                </c:pt>
                <c:pt idx="220">
                  <c:v>490866</c:v>
                </c:pt>
                <c:pt idx="221">
                  <c:v>163237</c:v>
                </c:pt>
                <c:pt idx="222">
                  <c:v>394778</c:v>
                </c:pt>
                <c:pt idx="223">
                  <c:v>25337</c:v>
                </c:pt>
                <c:pt idx="224">
                  <c:v>36806</c:v>
                </c:pt>
                <c:pt idx="225">
                  <c:v>132824</c:v>
                </c:pt>
                <c:pt idx="226">
                  <c:v>86438</c:v>
                </c:pt>
                <c:pt idx="227">
                  <c:v>330724</c:v>
                </c:pt>
                <c:pt idx="228">
                  <c:v>280078</c:v>
                </c:pt>
                <c:pt idx="229">
                  <c:v>53794</c:v>
                </c:pt>
                <c:pt idx="230">
                  <c:v>22073</c:v>
                </c:pt>
                <c:pt idx="231">
                  <c:v>107318</c:v>
                </c:pt>
                <c:pt idx="232">
                  <c:v>41626</c:v>
                </c:pt>
                <c:pt idx="233">
                  <c:v>267837</c:v>
                </c:pt>
                <c:pt idx="234">
                  <c:v>397221</c:v>
                </c:pt>
                <c:pt idx="235">
                  <c:v>45049</c:v>
                </c:pt>
                <c:pt idx="236">
                  <c:v>200977</c:v>
                </c:pt>
                <c:pt idx="237">
                  <c:v>153374</c:v>
                </c:pt>
                <c:pt idx="238">
                  <c:v>8582</c:v>
                </c:pt>
                <c:pt idx="239">
                  <c:v>5944</c:v>
                </c:pt>
                <c:pt idx="240">
                  <c:v>33273</c:v>
                </c:pt>
                <c:pt idx="241">
                  <c:v>43529</c:v>
                </c:pt>
                <c:pt idx="242">
                  <c:v>296463</c:v>
                </c:pt>
                <c:pt idx="243">
                  <c:v>74724</c:v>
                </c:pt>
                <c:pt idx="244">
                  <c:v>178309</c:v>
                </c:pt>
                <c:pt idx="245">
                  <c:v>219522</c:v>
                </c:pt>
                <c:pt idx="246">
                  <c:v>75833</c:v>
                </c:pt>
                <c:pt idx="247">
                  <c:v>308555</c:v>
                </c:pt>
                <c:pt idx="248">
                  <c:v>138808</c:v>
                </c:pt>
                <c:pt idx="249">
                  <c:v>325228</c:v>
                </c:pt>
                <c:pt idx="250">
                  <c:v>64337</c:v>
                </c:pt>
                <c:pt idx="251">
                  <c:v>3311</c:v>
                </c:pt>
                <c:pt idx="252">
                  <c:v>177853</c:v>
                </c:pt>
                <c:pt idx="253">
                  <c:v>261457</c:v>
                </c:pt>
                <c:pt idx="254">
                  <c:v>43790</c:v>
                </c:pt>
                <c:pt idx="255">
                  <c:v>34758</c:v>
                </c:pt>
                <c:pt idx="256">
                  <c:v>43374</c:v>
                </c:pt>
                <c:pt idx="257">
                  <c:v>290919</c:v>
                </c:pt>
                <c:pt idx="258">
                  <c:v>47845</c:v>
                </c:pt>
                <c:pt idx="259">
                  <c:v>86462</c:v>
                </c:pt>
                <c:pt idx="260">
                  <c:v>175530</c:v>
                </c:pt>
                <c:pt idx="261">
                  <c:v>103626</c:v>
                </c:pt>
                <c:pt idx="262">
                  <c:v>54991</c:v>
                </c:pt>
                <c:pt idx="263">
                  <c:v>363318</c:v>
                </c:pt>
                <c:pt idx="264">
                  <c:v>51680</c:v>
                </c:pt>
                <c:pt idx="265">
                  <c:v>100658</c:v>
                </c:pt>
                <c:pt idx="266">
                  <c:v>248329</c:v>
                </c:pt>
                <c:pt idx="267">
                  <c:v>96527</c:v>
                </c:pt>
                <c:pt idx="268">
                  <c:v>82021</c:v>
                </c:pt>
                <c:pt idx="269">
                  <c:v>97122</c:v>
                </c:pt>
                <c:pt idx="270">
                  <c:v>150269</c:v>
                </c:pt>
                <c:pt idx="271">
                  <c:v>236009</c:v>
                </c:pt>
                <c:pt idx="272">
                  <c:v>180858</c:v>
                </c:pt>
                <c:pt idx="273">
                  <c:v>378494</c:v>
                </c:pt>
                <c:pt idx="274">
                  <c:v>259787</c:v>
                </c:pt>
                <c:pt idx="275">
                  <c:v>96867</c:v>
                </c:pt>
                <c:pt idx="276">
                  <c:v>52699</c:v>
                </c:pt>
                <c:pt idx="277">
                  <c:v>186520</c:v>
                </c:pt>
                <c:pt idx="278">
                  <c:v>97210</c:v>
                </c:pt>
                <c:pt idx="279">
                  <c:v>85324</c:v>
                </c:pt>
                <c:pt idx="280">
                  <c:v>34861</c:v>
                </c:pt>
                <c:pt idx="281">
                  <c:v>135765</c:v>
                </c:pt>
                <c:pt idx="282">
                  <c:v>185572</c:v>
                </c:pt>
                <c:pt idx="283">
                  <c:v>90068</c:v>
                </c:pt>
                <c:pt idx="284">
                  <c:v>81537</c:v>
                </c:pt>
                <c:pt idx="285">
                  <c:v>107666</c:v>
                </c:pt>
                <c:pt idx="286">
                  <c:v>214876</c:v>
                </c:pt>
                <c:pt idx="287">
                  <c:v>34201</c:v>
                </c:pt>
                <c:pt idx="288">
                  <c:v>106420</c:v>
                </c:pt>
                <c:pt idx="289">
                  <c:v>106182</c:v>
                </c:pt>
                <c:pt idx="290">
                  <c:v>78829</c:v>
                </c:pt>
                <c:pt idx="291">
                  <c:v>19210</c:v>
                </c:pt>
                <c:pt idx="292">
                  <c:v>25982</c:v>
                </c:pt>
                <c:pt idx="293">
                  <c:v>172830</c:v>
                </c:pt>
                <c:pt idx="294">
                  <c:v>199507</c:v>
                </c:pt>
                <c:pt idx="295">
                  <c:v>2599</c:v>
                </c:pt>
                <c:pt idx="296">
                  <c:v>26612</c:v>
                </c:pt>
                <c:pt idx="297">
                  <c:v>82133</c:v>
                </c:pt>
                <c:pt idx="298">
                  <c:v>171572</c:v>
                </c:pt>
                <c:pt idx="299">
                  <c:v>47546</c:v>
                </c:pt>
                <c:pt idx="300">
                  <c:v>7746</c:v>
                </c:pt>
                <c:pt idx="301">
                  <c:v>234450</c:v>
                </c:pt>
                <c:pt idx="302">
                  <c:v>49325</c:v>
                </c:pt>
                <c:pt idx="303">
                  <c:v>203820</c:v>
                </c:pt>
                <c:pt idx="304">
                  <c:v>3727</c:v>
                </c:pt>
                <c:pt idx="305">
                  <c:v>187088</c:v>
                </c:pt>
                <c:pt idx="306">
                  <c:v>302455</c:v>
                </c:pt>
                <c:pt idx="307">
                  <c:v>17409</c:v>
                </c:pt>
                <c:pt idx="308">
                  <c:v>123900</c:v>
                </c:pt>
                <c:pt idx="309">
                  <c:v>161107</c:v>
                </c:pt>
                <c:pt idx="310">
                  <c:v>138166</c:v>
                </c:pt>
                <c:pt idx="311">
                  <c:v>49496</c:v>
                </c:pt>
                <c:pt idx="312">
                  <c:v>343480</c:v>
                </c:pt>
                <c:pt idx="313">
                  <c:v>13776</c:v>
                </c:pt>
                <c:pt idx="314">
                  <c:v>129290</c:v>
                </c:pt>
                <c:pt idx="315">
                  <c:v>189277</c:v>
                </c:pt>
                <c:pt idx="316">
                  <c:v>43633</c:v>
                </c:pt>
                <c:pt idx="317">
                  <c:v>30228</c:v>
                </c:pt>
                <c:pt idx="318">
                  <c:v>199642</c:v>
                </c:pt>
                <c:pt idx="319">
                  <c:v>210038</c:v>
                </c:pt>
                <c:pt idx="320">
                  <c:v>162226</c:v>
                </c:pt>
                <c:pt idx="321">
                  <c:v>7741</c:v>
                </c:pt>
                <c:pt idx="322">
                  <c:v>113543</c:v>
                </c:pt>
                <c:pt idx="323">
                  <c:v>267105</c:v>
                </c:pt>
                <c:pt idx="324">
                  <c:v>1005</c:v>
                </c:pt>
                <c:pt idx="325">
                  <c:v>139502</c:v>
                </c:pt>
                <c:pt idx="326">
                  <c:v>318554</c:v>
                </c:pt>
                <c:pt idx="327">
                  <c:v>413892</c:v>
                </c:pt>
                <c:pt idx="328">
                  <c:v>134833</c:v>
                </c:pt>
                <c:pt idx="329">
                  <c:v>177865</c:v>
                </c:pt>
                <c:pt idx="330">
                  <c:v>8988</c:v>
                </c:pt>
                <c:pt idx="331">
                  <c:v>167796</c:v>
                </c:pt>
                <c:pt idx="332">
                  <c:v>65068</c:v>
                </c:pt>
                <c:pt idx="333">
                  <c:v>63886</c:v>
                </c:pt>
                <c:pt idx="334">
                  <c:v>134116</c:v>
                </c:pt>
                <c:pt idx="335">
                  <c:v>116374</c:v>
                </c:pt>
                <c:pt idx="336">
                  <c:v>192595</c:v>
                </c:pt>
                <c:pt idx="337">
                  <c:v>150743</c:v>
                </c:pt>
                <c:pt idx="338">
                  <c:v>425609</c:v>
                </c:pt>
                <c:pt idx="339">
                  <c:v>74620</c:v>
                </c:pt>
                <c:pt idx="340">
                  <c:v>137156</c:v>
                </c:pt>
                <c:pt idx="341">
                  <c:v>215803</c:v>
                </c:pt>
                <c:pt idx="342">
                  <c:v>54662</c:v>
                </c:pt>
                <c:pt idx="343">
                  <c:v>76444</c:v>
                </c:pt>
                <c:pt idx="344">
                  <c:v>109238</c:v>
                </c:pt>
                <c:pt idx="345">
                  <c:v>36944</c:v>
                </c:pt>
                <c:pt idx="346">
                  <c:v>67132</c:v>
                </c:pt>
                <c:pt idx="347">
                  <c:v>64665</c:v>
                </c:pt>
                <c:pt idx="348">
                  <c:v>378038</c:v>
                </c:pt>
                <c:pt idx="349">
                  <c:v>127614</c:v>
                </c:pt>
                <c:pt idx="350">
                  <c:v>103361</c:v>
                </c:pt>
                <c:pt idx="351">
                  <c:v>8163</c:v>
                </c:pt>
                <c:pt idx="352">
                  <c:v>245061</c:v>
                </c:pt>
                <c:pt idx="353">
                  <c:v>97693</c:v>
                </c:pt>
                <c:pt idx="354">
                  <c:v>5054</c:v>
                </c:pt>
                <c:pt idx="355">
                  <c:v>86401</c:v>
                </c:pt>
                <c:pt idx="356">
                  <c:v>113857</c:v>
                </c:pt>
                <c:pt idx="357">
                  <c:v>203412</c:v>
                </c:pt>
                <c:pt idx="358">
                  <c:v>318363</c:v>
                </c:pt>
                <c:pt idx="359">
                  <c:v>256458</c:v>
                </c:pt>
                <c:pt idx="360">
                  <c:v>190107</c:v>
                </c:pt>
                <c:pt idx="361">
                  <c:v>156222</c:v>
                </c:pt>
                <c:pt idx="362">
                  <c:v>299132</c:v>
                </c:pt>
                <c:pt idx="363">
                  <c:v>44751</c:v>
                </c:pt>
                <c:pt idx="364">
                  <c:v>474936</c:v>
                </c:pt>
                <c:pt idx="365">
                  <c:v>368980</c:v>
                </c:pt>
                <c:pt idx="366">
                  <c:v>93084</c:v>
                </c:pt>
                <c:pt idx="367">
                  <c:v>97973</c:v>
                </c:pt>
                <c:pt idx="368">
                  <c:v>128394</c:v>
                </c:pt>
                <c:pt idx="369">
                  <c:v>6050</c:v>
                </c:pt>
                <c:pt idx="370">
                  <c:v>85038</c:v>
                </c:pt>
                <c:pt idx="371">
                  <c:v>91225</c:v>
                </c:pt>
                <c:pt idx="372">
                  <c:v>157814</c:v>
                </c:pt>
                <c:pt idx="373">
                  <c:v>56623</c:v>
                </c:pt>
                <c:pt idx="374">
                  <c:v>34542</c:v>
                </c:pt>
                <c:pt idx="375">
                  <c:v>128638</c:v>
                </c:pt>
                <c:pt idx="376">
                  <c:v>105765</c:v>
                </c:pt>
                <c:pt idx="377">
                  <c:v>146991</c:v>
                </c:pt>
                <c:pt idx="378">
                  <c:v>78328</c:v>
                </c:pt>
                <c:pt idx="379">
                  <c:v>421025</c:v>
                </c:pt>
                <c:pt idx="380">
                  <c:v>239812</c:v>
                </c:pt>
                <c:pt idx="381">
                  <c:v>119391</c:v>
                </c:pt>
                <c:pt idx="382">
                  <c:v>78765</c:v>
                </c:pt>
                <c:pt idx="383">
                  <c:v>349768</c:v>
                </c:pt>
                <c:pt idx="384">
                  <c:v>309379</c:v>
                </c:pt>
                <c:pt idx="385">
                  <c:v>48696</c:v>
                </c:pt>
                <c:pt idx="386">
                  <c:v>376843</c:v>
                </c:pt>
                <c:pt idx="387">
                  <c:v>157079</c:v>
                </c:pt>
                <c:pt idx="388">
                  <c:v>23399</c:v>
                </c:pt>
                <c:pt idx="389">
                  <c:v>122983</c:v>
                </c:pt>
                <c:pt idx="390">
                  <c:v>35804</c:v>
                </c:pt>
                <c:pt idx="391">
                  <c:v>108717</c:v>
                </c:pt>
                <c:pt idx="392">
                  <c:v>105715</c:v>
                </c:pt>
                <c:pt idx="393">
                  <c:v>242216</c:v>
                </c:pt>
                <c:pt idx="394">
                  <c:v>165058</c:v>
                </c:pt>
                <c:pt idx="395">
                  <c:v>58810</c:v>
                </c:pt>
                <c:pt idx="396">
                  <c:v>439266</c:v>
                </c:pt>
                <c:pt idx="397">
                  <c:v>7584</c:v>
                </c:pt>
                <c:pt idx="398">
                  <c:v>78809</c:v>
                </c:pt>
                <c:pt idx="399">
                  <c:v>3587</c:v>
                </c:pt>
                <c:pt idx="400">
                  <c:v>91115</c:v>
                </c:pt>
                <c:pt idx="401">
                  <c:v>306956</c:v>
                </c:pt>
                <c:pt idx="402">
                  <c:v>15617</c:v>
                </c:pt>
                <c:pt idx="403">
                  <c:v>72125</c:v>
                </c:pt>
                <c:pt idx="404">
                  <c:v>48390</c:v>
                </c:pt>
                <c:pt idx="405">
                  <c:v>138762</c:v>
                </c:pt>
                <c:pt idx="406">
                  <c:v>22534</c:v>
                </c:pt>
                <c:pt idx="407">
                  <c:v>115016</c:v>
                </c:pt>
                <c:pt idx="408">
                  <c:v>33098</c:v>
                </c:pt>
                <c:pt idx="409">
                  <c:v>28925</c:v>
                </c:pt>
                <c:pt idx="410">
                  <c:v>144414</c:v>
                </c:pt>
                <c:pt idx="411">
                  <c:v>158545</c:v>
                </c:pt>
                <c:pt idx="412">
                  <c:v>66336</c:v>
                </c:pt>
                <c:pt idx="413">
                  <c:v>190335</c:v>
                </c:pt>
                <c:pt idx="414">
                  <c:v>74970</c:v>
                </c:pt>
                <c:pt idx="415">
                  <c:v>160300</c:v>
                </c:pt>
                <c:pt idx="416">
                  <c:v>230511</c:v>
                </c:pt>
                <c:pt idx="417">
                  <c:v>4419</c:v>
                </c:pt>
                <c:pt idx="418">
                  <c:v>1145</c:v>
                </c:pt>
                <c:pt idx="419">
                  <c:v>132611</c:v>
                </c:pt>
                <c:pt idx="420">
                  <c:v>51751</c:v>
                </c:pt>
                <c:pt idx="421">
                  <c:v>334585</c:v>
                </c:pt>
                <c:pt idx="422">
                  <c:v>3157</c:v>
                </c:pt>
                <c:pt idx="423">
                  <c:v>30641</c:v>
                </c:pt>
                <c:pt idx="424">
                  <c:v>187463</c:v>
                </c:pt>
                <c:pt idx="425">
                  <c:v>87893</c:v>
                </c:pt>
                <c:pt idx="426">
                  <c:v>203570</c:v>
                </c:pt>
                <c:pt idx="427">
                  <c:v>83145</c:v>
                </c:pt>
                <c:pt idx="428">
                  <c:v>268238</c:v>
                </c:pt>
                <c:pt idx="429">
                  <c:v>110512</c:v>
                </c:pt>
                <c:pt idx="430">
                  <c:v>30364</c:v>
                </c:pt>
                <c:pt idx="431">
                  <c:v>84856</c:v>
                </c:pt>
                <c:pt idx="432">
                  <c:v>439972</c:v>
                </c:pt>
                <c:pt idx="433">
                  <c:v>28812</c:v>
                </c:pt>
                <c:pt idx="434">
                  <c:v>1229</c:v>
                </c:pt>
                <c:pt idx="435">
                  <c:v>88586</c:v>
                </c:pt>
                <c:pt idx="436">
                  <c:v>223777</c:v>
                </c:pt>
                <c:pt idx="437">
                  <c:v>93549</c:v>
                </c:pt>
                <c:pt idx="438">
                  <c:v>11976</c:v>
                </c:pt>
                <c:pt idx="439">
                  <c:v>3839</c:v>
                </c:pt>
                <c:pt idx="440">
                  <c:v>15734</c:v>
                </c:pt>
                <c:pt idx="441">
                  <c:v>236399</c:v>
                </c:pt>
                <c:pt idx="442">
                  <c:v>85028</c:v>
                </c:pt>
                <c:pt idx="443">
                  <c:v>242290</c:v>
                </c:pt>
                <c:pt idx="444">
                  <c:v>82194</c:v>
                </c:pt>
                <c:pt idx="445">
                  <c:v>174737</c:v>
                </c:pt>
                <c:pt idx="446">
                  <c:v>34617</c:v>
                </c:pt>
                <c:pt idx="447">
                  <c:v>131686</c:v>
                </c:pt>
                <c:pt idx="448">
                  <c:v>439470</c:v>
                </c:pt>
                <c:pt idx="449">
                  <c:v>244608</c:v>
                </c:pt>
                <c:pt idx="450">
                  <c:v>226028</c:v>
                </c:pt>
                <c:pt idx="451">
                  <c:v>36308</c:v>
                </c:pt>
                <c:pt idx="452">
                  <c:v>5816</c:v>
                </c:pt>
                <c:pt idx="453">
                  <c:v>47927</c:v>
                </c:pt>
                <c:pt idx="454">
                  <c:v>246530</c:v>
                </c:pt>
                <c:pt idx="455">
                  <c:v>91618</c:v>
                </c:pt>
                <c:pt idx="456">
                  <c:v>71273</c:v>
                </c:pt>
                <c:pt idx="457">
                  <c:v>372913</c:v>
                </c:pt>
                <c:pt idx="458">
                  <c:v>144970</c:v>
                </c:pt>
                <c:pt idx="459">
                  <c:v>139085</c:v>
                </c:pt>
                <c:pt idx="460">
                  <c:v>9009</c:v>
                </c:pt>
                <c:pt idx="461">
                  <c:v>216126</c:v>
                </c:pt>
                <c:pt idx="462">
                  <c:v>440457</c:v>
                </c:pt>
                <c:pt idx="463">
                  <c:v>124791</c:v>
                </c:pt>
                <c:pt idx="464">
                  <c:v>189183</c:v>
                </c:pt>
                <c:pt idx="465">
                  <c:v>170900</c:v>
                </c:pt>
                <c:pt idx="466">
                  <c:v>176483</c:v>
                </c:pt>
                <c:pt idx="467">
                  <c:v>153670</c:v>
                </c:pt>
                <c:pt idx="468">
                  <c:v>42817</c:v>
                </c:pt>
                <c:pt idx="469">
                  <c:v>135857</c:v>
                </c:pt>
                <c:pt idx="470">
                  <c:v>324318</c:v>
                </c:pt>
                <c:pt idx="471">
                  <c:v>275300</c:v>
                </c:pt>
                <c:pt idx="472">
                  <c:v>48583</c:v>
                </c:pt>
                <c:pt idx="473">
                  <c:v>66289</c:v>
                </c:pt>
                <c:pt idx="474">
                  <c:v>163607</c:v>
                </c:pt>
                <c:pt idx="475">
                  <c:v>242884</c:v>
                </c:pt>
                <c:pt idx="476">
                  <c:v>1495</c:v>
                </c:pt>
                <c:pt idx="477">
                  <c:v>70841</c:v>
                </c:pt>
                <c:pt idx="478">
                  <c:v>311661</c:v>
                </c:pt>
                <c:pt idx="479">
                  <c:v>8287</c:v>
                </c:pt>
                <c:pt idx="480">
                  <c:v>67602</c:v>
                </c:pt>
                <c:pt idx="481">
                  <c:v>16454</c:v>
                </c:pt>
                <c:pt idx="482">
                  <c:v>242975</c:v>
                </c:pt>
                <c:pt idx="483">
                  <c:v>45338</c:v>
                </c:pt>
                <c:pt idx="484">
                  <c:v>278427</c:v>
                </c:pt>
                <c:pt idx="485">
                  <c:v>82111</c:v>
                </c:pt>
                <c:pt idx="486">
                  <c:v>39407</c:v>
                </c:pt>
                <c:pt idx="487">
                  <c:v>249899</c:v>
                </c:pt>
                <c:pt idx="488">
                  <c:v>167678</c:v>
                </c:pt>
                <c:pt idx="489">
                  <c:v>432103</c:v>
                </c:pt>
                <c:pt idx="490">
                  <c:v>189760</c:v>
                </c:pt>
                <c:pt idx="491">
                  <c:v>111006</c:v>
                </c:pt>
                <c:pt idx="492">
                  <c:v>100147</c:v>
                </c:pt>
                <c:pt idx="493">
                  <c:v>81607</c:v>
                </c:pt>
                <c:pt idx="494">
                  <c:v>768</c:v>
                </c:pt>
                <c:pt idx="495">
                  <c:v>150899</c:v>
                </c:pt>
                <c:pt idx="496">
                  <c:v>95387</c:v>
                </c:pt>
                <c:pt idx="497">
                  <c:v>99705</c:v>
                </c:pt>
                <c:pt idx="498">
                  <c:v>65413</c:v>
                </c:pt>
                <c:pt idx="499">
                  <c:v>107029</c:v>
                </c:pt>
                <c:pt idx="500">
                  <c:v>26648</c:v>
                </c:pt>
                <c:pt idx="501">
                  <c:v>110260</c:v>
                </c:pt>
                <c:pt idx="502">
                  <c:v>40226</c:v>
                </c:pt>
                <c:pt idx="503">
                  <c:v>12495</c:v>
                </c:pt>
                <c:pt idx="504">
                  <c:v>121322</c:v>
                </c:pt>
                <c:pt idx="505">
                  <c:v>253864</c:v>
                </c:pt>
                <c:pt idx="506">
                  <c:v>23973</c:v>
                </c:pt>
                <c:pt idx="507">
                  <c:v>376982</c:v>
                </c:pt>
                <c:pt idx="508">
                  <c:v>70626</c:v>
                </c:pt>
                <c:pt idx="509">
                  <c:v>80290</c:v>
                </c:pt>
                <c:pt idx="510">
                  <c:v>348147</c:v>
                </c:pt>
                <c:pt idx="511">
                  <c:v>101845</c:v>
                </c:pt>
                <c:pt idx="512">
                  <c:v>30211</c:v>
                </c:pt>
                <c:pt idx="513">
                  <c:v>252904</c:v>
                </c:pt>
                <c:pt idx="514">
                  <c:v>16250</c:v>
                </c:pt>
                <c:pt idx="515">
                  <c:v>98418</c:v>
                </c:pt>
                <c:pt idx="516">
                  <c:v>139534</c:v>
                </c:pt>
                <c:pt idx="517">
                  <c:v>146640</c:v>
                </c:pt>
                <c:pt idx="518">
                  <c:v>64916</c:v>
                </c:pt>
                <c:pt idx="519">
                  <c:v>288941</c:v>
                </c:pt>
                <c:pt idx="520">
                  <c:v>105955</c:v>
                </c:pt>
                <c:pt idx="521">
                  <c:v>47870</c:v>
                </c:pt>
                <c:pt idx="522">
                  <c:v>47848</c:v>
                </c:pt>
                <c:pt idx="523">
                  <c:v>5264</c:v>
                </c:pt>
                <c:pt idx="524">
                  <c:v>45334</c:v>
                </c:pt>
                <c:pt idx="525">
                  <c:v>97802</c:v>
                </c:pt>
                <c:pt idx="526">
                  <c:v>124324</c:v>
                </c:pt>
                <c:pt idx="527">
                  <c:v>48906</c:v>
                </c:pt>
                <c:pt idx="528">
                  <c:v>112631</c:v>
                </c:pt>
                <c:pt idx="529">
                  <c:v>40251</c:v>
                </c:pt>
                <c:pt idx="530">
                  <c:v>144096</c:v>
                </c:pt>
                <c:pt idx="531">
                  <c:v>362371</c:v>
                </c:pt>
                <c:pt idx="532">
                  <c:v>125183</c:v>
                </c:pt>
                <c:pt idx="533">
                  <c:v>107330</c:v>
                </c:pt>
                <c:pt idx="534">
                  <c:v>57014</c:v>
                </c:pt>
                <c:pt idx="535">
                  <c:v>184193</c:v>
                </c:pt>
                <c:pt idx="536">
                  <c:v>19383</c:v>
                </c:pt>
                <c:pt idx="537">
                  <c:v>81640</c:v>
                </c:pt>
                <c:pt idx="538">
                  <c:v>54878</c:v>
                </c:pt>
                <c:pt idx="539">
                  <c:v>240884</c:v>
                </c:pt>
                <c:pt idx="540">
                  <c:v>48216</c:v>
                </c:pt>
                <c:pt idx="541">
                  <c:v>299335</c:v>
                </c:pt>
                <c:pt idx="542">
                  <c:v>156204</c:v>
                </c:pt>
                <c:pt idx="543">
                  <c:v>14634</c:v>
                </c:pt>
                <c:pt idx="544">
                  <c:v>231048</c:v>
                </c:pt>
                <c:pt idx="545">
                  <c:v>419975</c:v>
                </c:pt>
                <c:pt idx="546">
                  <c:v>32636</c:v>
                </c:pt>
                <c:pt idx="547">
                  <c:v>105473</c:v>
                </c:pt>
                <c:pt idx="548">
                  <c:v>207548</c:v>
                </c:pt>
                <c:pt idx="549">
                  <c:v>54089</c:v>
                </c:pt>
                <c:pt idx="550">
                  <c:v>70228</c:v>
                </c:pt>
                <c:pt idx="551">
                  <c:v>190160</c:v>
                </c:pt>
                <c:pt idx="552">
                  <c:v>338531</c:v>
                </c:pt>
                <c:pt idx="553">
                  <c:v>74022</c:v>
                </c:pt>
                <c:pt idx="554">
                  <c:v>126105</c:v>
                </c:pt>
                <c:pt idx="555">
                  <c:v>9639</c:v>
                </c:pt>
                <c:pt idx="556">
                  <c:v>254734</c:v>
                </c:pt>
                <c:pt idx="557">
                  <c:v>34605</c:v>
                </c:pt>
                <c:pt idx="558">
                  <c:v>66134</c:v>
                </c:pt>
                <c:pt idx="559">
                  <c:v>141402</c:v>
                </c:pt>
                <c:pt idx="560">
                  <c:v>6151</c:v>
                </c:pt>
                <c:pt idx="561">
                  <c:v>107698</c:v>
                </c:pt>
                <c:pt idx="562">
                  <c:v>18904</c:v>
                </c:pt>
                <c:pt idx="563">
                  <c:v>396907</c:v>
                </c:pt>
                <c:pt idx="564">
                  <c:v>217968</c:v>
                </c:pt>
                <c:pt idx="565">
                  <c:v>215479</c:v>
                </c:pt>
                <c:pt idx="566">
                  <c:v>261998</c:v>
                </c:pt>
                <c:pt idx="567">
                  <c:v>432513</c:v>
                </c:pt>
                <c:pt idx="568">
                  <c:v>143245</c:v>
                </c:pt>
                <c:pt idx="569">
                  <c:v>65108</c:v>
                </c:pt>
                <c:pt idx="570">
                  <c:v>100104</c:v>
                </c:pt>
                <c:pt idx="571">
                  <c:v>78011</c:v>
                </c:pt>
                <c:pt idx="572">
                  <c:v>98081</c:v>
                </c:pt>
                <c:pt idx="573">
                  <c:v>15440</c:v>
                </c:pt>
                <c:pt idx="574">
                  <c:v>294354</c:v>
                </c:pt>
                <c:pt idx="575">
                  <c:v>2892</c:v>
                </c:pt>
                <c:pt idx="576">
                  <c:v>107776</c:v>
                </c:pt>
                <c:pt idx="577">
                  <c:v>186073</c:v>
                </c:pt>
                <c:pt idx="578">
                  <c:v>211946</c:v>
                </c:pt>
                <c:pt idx="579">
                  <c:v>359775</c:v>
                </c:pt>
                <c:pt idx="580">
                  <c:v>104186</c:v>
                </c:pt>
                <c:pt idx="581">
                  <c:v>130702</c:v>
                </c:pt>
                <c:pt idx="582">
                  <c:v>97826</c:v>
                </c:pt>
                <c:pt idx="583">
                  <c:v>38213</c:v>
                </c:pt>
                <c:pt idx="584">
                  <c:v>154420</c:v>
                </c:pt>
                <c:pt idx="585">
                  <c:v>40149</c:v>
                </c:pt>
                <c:pt idx="586">
                  <c:v>10884</c:v>
                </c:pt>
                <c:pt idx="587">
                  <c:v>228956</c:v>
                </c:pt>
                <c:pt idx="588">
                  <c:v>18229</c:v>
                </c:pt>
                <c:pt idx="589">
                  <c:v>29313</c:v>
                </c:pt>
                <c:pt idx="590">
                  <c:v>3859</c:v>
                </c:pt>
                <c:pt idx="591">
                  <c:v>23788</c:v>
                </c:pt>
                <c:pt idx="592">
                  <c:v>23935</c:v>
                </c:pt>
                <c:pt idx="593">
                  <c:v>141647</c:v>
                </c:pt>
                <c:pt idx="594">
                  <c:v>15515</c:v>
                </c:pt>
                <c:pt idx="595">
                  <c:v>6281</c:v>
                </c:pt>
                <c:pt idx="596">
                  <c:v>208572</c:v>
                </c:pt>
                <c:pt idx="597">
                  <c:v>28767</c:v>
                </c:pt>
                <c:pt idx="598">
                  <c:v>141014</c:v>
                </c:pt>
                <c:pt idx="599">
                  <c:v>153104</c:v>
                </c:pt>
                <c:pt idx="600">
                  <c:v>350597</c:v>
                </c:pt>
                <c:pt idx="601">
                  <c:v>15069</c:v>
                </c:pt>
                <c:pt idx="602">
                  <c:v>23158</c:v>
                </c:pt>
                <c:pt idx="603">
                  <c:v>370229</c:v>
                </c:pt>
                <c:pt idx="604">
                  <c:v>29540</c:v>
                </c:pt>
                <c:pt idx="605">
                  <c:v>270574</c:v>
                </c:pt>
                <c:pt idx="606">
                  <c:v>83150</c:v>
                </c:pt>
                <c:pt idx="607">
                  <c:v>155811</c:v>
                </c:pt>
                <c:pt idx="608">
                  <c:v>17071</c:v>
                </c:pt>
                <c:pt idx="609">
                  <c:v>35903</c:v>
                </c:pt>
                <c:pt idx="610">
                  <c:v>47539</c:v>
                </c:pt>
                <c:pt idx="611">
                  <c:v>109792</c:v>
                </c:pt>
                <c:pt idx="612">
                  <c:v>22073</c:v>
                </c:pt>
                <c:pt idx="613">
                  <c:v>359892</c:v>
                </c:pt>
                <c:pt idx="614">
                  <c:v>69240</c:v>
                </c:pt>
                <c:pt idx="615">
                  <c:v>126402</c:v>
                </c:pt>
                <c:pt idx="616">
                  <c:v>87387</c:v>
                </c:pt>
                <c:pt idx="617">
                  <c:v>28363</c:v>
                </c:pt>
                <c:pt idx="618">
                  <c:v>115133</c:v>
                </c:pt>
                <c:pt idx="619">
                  <c:v>64865</c:v>
                </c:pt>
                <c:pt idx="620">
                  <c:v>119906</c:v>
                </c:pt>
                <c:pt idx="621">
                  <c:v>266207</c:v>
                </c:pt>
                <c:pt idx="622">
                  <c:v>482552</c:v>
                </c:pt>
                <c:pt idx="623">
                  <c:v>251741</c:v>
                </c:pt>
                <c:pt idx="624">
                  <c:v>420808</c:v>
                </c:pt>
                <c:pt idx="625">
                  <c:v>142399</c:v>
                </c:pt>
                <c:pt idx="626">
                  <c:v>33194</c:v>
                </c:pt>
                <c:pt idx="627">
                  <c:v>46022</c:v>
                </c:pt>
                <c:pt idx="628">
                  <c:v>318589</c:v>
                </c:pt>
                <c:pt idx="629">
                  <c:v>422321</c:v>
                </c:pt>
                <c:pt idx="630">
                  <c:v>112030</c:v>
                </c:pt>
                <c:pt idx="631">
                  <c:v>141760</c:v>
                </c:pt>
                <c:pt idx="632">
                  <c:v>58079</c:v>
                </c:pt>
                <c:pt idx="633">
                  <c:v>772</c:v>
                </c:pt>
                <c:pt idx="634">
                  <c:v>97167</c:v>
                </c:pt>
                <c:pt idx="635">
                  <c:v>51838</c:v>
                </c:pt>
                <c:pt idx="636">
                  <c:v>97530</c:v>
                </c:pt>
                <c:pt idx="637">
                  <c:v>3971</c:v>
                </c:pt>
                <c:pt idx="638">
                  <c:v>38697</c:v>
                </c:pt>
                <c:pt idx="639">
                  <c:v>34303</c:v>
                </c:pt>
                <c:pt idx="640">
                  <c:v>20626</c:v>
                </c:pt>
                <c:pt idx="641">
                  <c:v>355910</c:v>
                </c:pt>
                <c:pt idx="642">
                  <c:v>70471</c:v>
                </c:pt>
                <c:pt idx="643">
                  <c:v>134061</c:v>
                </c:pt>
                <c:pt idx="644">
                  <c:v>81397</c:v>
                </c:pt>
                <c:pt idx="645">
                  <c:v>106265</c:v>
                </c:pt>
                <c:pt idx="646">
                  <c:v>11207</c:v>
                </c:pt>
                <c:pt idx="647">
                  <c:v>221068</c:v>
                </c:pt>
                <c:pt idx="648">
                  <c:v>22401</c:v>
                </c:pt>
                <c:pt idx="649">
                  <c:v>192835</c:v>
                </c:pt>
                <c:pt idx="650">
                  <c:v>229528</c:v>
                </c:pt>
                <c:pt idx="651">
                  <c:v>211333</c:v>
                </c:pt>
                <c:pt idx="652">
                  <c:v>129925</c:v>
                </c:pt>
                <c:pt idx="653">
                  <c:v>12256</c:v>
                </c:pt>
                <c:pt idx="654">
                  <c:v>300593</c:v>
                </c:pt>
                <c:pt idx="655">
                  <c:v>103075</c:v>
                </c:pt>
                <c:pt idx="656">
                  <c:v>462701</c:v>
                </c:pt>
                <c:pt idx="657">
                  <c:v>167620</c:v>
                </c:pt>
                <c:pt idx="658">
                  <c:v>76132</c:v>
                </c:pt>
                <c:pt idx="659">
                  <c:v>84656</c:v>
                </c:pt>
                <c:pt idx="660">
                  <c:v>14492</c:v>
                </c:pt>
                <c:pt idx="661">
                  <c:v>175604</c:v>
                </c:pt>
                <c:pt idx="662">
                  <c:v>184654</c:v>
                </c:pt>
                <c:pt idx="663">
                  <c:v>191186</c:v>
                </c:pt>
                <c:pt idx="664">
                  <c:v>270087</c:v>
                </c:pt>
                <c:pt idx="665">
                  <c:v>230210</c:v>
                </c:pt>
                <c:pt idx="666">
                  <c:v>193199</c:v>
                </c:pt>
                <c:pt idx="667">
                  <c:v>62004</c:v>
                </c:pt>
                <c:pt idx="668">
                  <c:v>412681</c:v>
                </c:pt>
                <c:pt idx="669">
                  <c:v>140329</c:v>
                </c:pt>
                <c:pt idx="670">
                  <c:v>202154</c:v>
                </c:pt>
                <c:pt idx="671">
                  <c:v>63231</c:v>
                </c:pt>
                <c:pt idx="672">
                  <c:v>17213</c:v>
                </c:pt>
                <c:pt idx="673">
                  <c:v>14756</c:v>
                </c:pt>
                <c:pt idx="674">
                  <c:v>108471</c:v>
                </c:pt>
                <c:pt idx="675">
                  <c:v>45063</c:v>
                </c:pt>
                <c:pt idx="676">
                  <c:v>84806</c:v>
                </c:pt>
                <c:pt idx="677">
                  <c:v>52501</c:v>
                </c:pt>
                <c:pt idx="678">
                  <c:v>237005</c:v>
                </c:pt>
                <c:pt idx="679">
                  <c:v>85364</c:v>
                </c:pt>
                <c:pt idx="680">
                  <c:v>392424</c:v>
                </c:pt>
                <c:pt idx="681">
                  <c:v>90746</c:v>
                </c:pt>
                <c:pt idx="682">
                  <c:v>172543</c:v>
                </c:pt>
                <c:pt idx="683">
                  <c:v>151195</c:v>
                </c:pt>
                <c:pt idx="684">
                  <c:v>120078</c:v>
                </c:pt>
                <c:pt idx="685">
                  <c:v>121791</c:v>
                </c:pt>
                <c:pt idx="686">
                  <c:v>99839</c:v>
                </c:pt>
                <c:pt idx="687">
                  <c:v>144829</c:v>
                </c:pt>
                <c:pt idx="688">
                  <c:v>360621</c:v>
                </c:pt>
                <c:pt idx="689">
                  <c:v>287434</c:v>
                </c:pt>
                <c:pt idx="690">
                  <c:v>285283</c:v>
                </c:pt>
                <c:pt idx="691">
                  <c:v>458775</c:v>
                </c:pt>
                <c:pt idx="692">
                  <c:v>104971</c:v>
                </c:pt>
                <c:pt idx="693">
                  <c:v>6430</c:v>
                </c:pt>
                <c:pt idx="694">
                  <c:v>107745</c:v>
                </c:pt>
                <c:pt idx="695">
                  <c:v>265231</c:v>
                </c:pt>
                <c:pt idx="696">
                  <c:v>124305</c:v>
                </c:pt>
                <c:pt idx="697">
                  <c:v>175457</c:v>
                </c:pt>
                <c:pt idx="698">
                  <c:v>106275</c:v>
                </c:pt>
                <c:pt idx="699">
                  <c:v>76257</c:v>
                </c:pt>
                <c:pt idx="700">
                  <c:v>254007</c:v>
                </c:pt>
                <c:pt idx="701">
                  <c:v>130323</c:v>
                </c:pt>
                <c:pt idx="702">
                  <c:v>13706</c:v>
                </c:pt>
                <c:pt idx="703">
                  <c:v>34477</c:v>
                </c:pt>
                <c:pt idx="704">
                  <c:v>69756</c:v>
                </c:pt>
                <c:pt idx="705">
                  <c:v>285181</c:v>
                </c:pt>
                <c:pt idx="706">
                  <c:v>74556</c:v>
                </c:pt>
                <c:pt idx="707">
                  <c:v>76085</c:v>
                </c:pt>
                <c:pt idx="708">
                  <c:v>70819</c:v>
                </c:pt>
                <c:pt idx="709">
                  <c:v>113673</c:v>
                </c:pt>
                <c:pt idx="710">
                  <c:v>217667</c:v>
                </c:pt>
                <c:pt idx="711">
                  <c:v>167313</c:v>
                </c:pt>
                <c:pt idx="712">
                  <c:v>470799</c:v>
                </c:pt>
                <c:pt idx="713">
                  <c:v>60404</c:v>
                </c:pt>
                <c:pt idx="714">
                  <c:v>197342</c:v>
                </c:pt>
                <c:pt idx="715">
                  <c:v>39343</c:v>
                </c:pt>
                <c:pt idx="716">
                  <c:v>210571</c:v>
                </c:pt>
                <c:pt idx="717">
                  <c:v>75060</c:v>
                </c:pt>
                <c:pt idx="718">
                  <c:v>170570</c:v>
                </c:pt>
                <c:pt idx="719">
                  <c:v>163013</c:v>
                </c:pt>
                <c:pt idx="720">
                  <c:v>220973</c:v>
                </c:pt>
                <c:pt idx="721">
                  <c:v>444016</c:v>
                </c:pt>
                <c:pt idx="722">
                  <c:v>10934</c:v>
                </c:pt>
                <c:pt idx="723">
                  <c:v>284449</c:v>
                </c:pt>
                <c:pt idx="724">
                  <c:v>188414</c:v>
                </c:pt>
                <c:pt idx="725">
                  <c:v>122048</c:v>
                </c:pt>
                <c:pt idx="726">
                  <c:v>196003</c:v>
                </c:pt>
                <c:pt idx="727">
                  <c:v>120359</c:v>
                </c:pt>
                <c:pt idx="728">
                  <c:v>165938</c:v>
                </c:pt>
                <c:pt idx="729">
                  <c:v>80421</c:v>
                </c:pt>
                <c:pt idx="730">
                  <c:v>19203</c:v>
                </c:pt>
                <c:pt idx="731">
                  <c:v>162513</c:v>
                </c:pt>
                <c:pt idx="732">
                  <c:v>73388</c:v>
                </c:pt>
                <c:pt idx="733">
                  <c:v>152156</c:v>
                </c:pt>
                <c:pt idx="734">
                  <c:v>115264</c:v>
                </c:pt>
                <c:pt idx="735">
                  <c:v>2071</c:v>
                </c:pt>
                <c:pt idx="736">
                  <c:v>58569</c:v>
                </c:pt>
                <c:pt idx="737">
                  <c:v>77138</c:v>
                </c:pt>
                <c:pt idx="738">
                  <c:v>84393</c:v>
                </c:pt>
                <c:pt idx="739">
                  <c:v>3754</c:v>
                </c:pt>
                <c:pt idx="740">
                  <c:v>63588</c:v>
                </c:pt>
                <c:pt idx="741">
                  <c:v>137879</c:v>
                </c:pt>
                <c:pt idx="742">
                  <c:v>69539</c:v>
                </c:pt>
                <c:pt idx="743">
                  <c:v>319923</c:v>
                </c:pt>
                <c:pt idx="744">
                  <c:v>123894</c:v>
                </c:pt>
                <c:pt idx="745">
                  <c:v>245737</c:v>
                </c:pt>
                <c:pt idx="746">
                  <c:v>175336</c:v>
                </c:pt>
                <c:pt idx="747">
                  <c:v>92286</c:v>
                </c:pt>
                <c:pt idx="748">
                  <c:v>438081</c:v>
                </c:pt>
                <c:pt idx="749">
                  <c:v>146256</c:v>
                </c:pt>
                <c:pt idx="750">
                  <c:v>139876</c:v>
                </c:pt>
                <c:pt idx="751">
                  <c:v>17299</c:v>
                </c:pt>
                <c:pt idx="752">
                  <c:v>51372</c:v>
                </c:pt>
                <c:pt idx="753">
                  <c:v>242702</c:v>
                </c:pt>
                <c:pt idx="754">
                  <c:v>20669</c:v>
                </c:pt>
                <c:pt idx="755">
                  <c:v>133045</c:v>
                </c:pt>
                <c:pt idx="756">
                  <c:v>47212</c:v>
                </c:pt>
                <c:pt idx="757">
                  <c:v>256986</c:v>
                </c:pt>
                <c:pt idx="758">
                  <c:v>257760</c:v>
                </c:pt>
                <c:pt idx="759">
                  <c:v>29862</c:v>
                </c:pt>
                <c:pt idx="760">
                  <c:v>163133</c:v>
                </c:pt>
                <c:pt idx="761">
                  <c:v>89125</c:v>
                </c:pt>
                <c:pt idx="762">
                  <c:v>492174</c:v>
                </c:pt>
                <c:pt idx="763">
                  <c:v>73262</c:v>
                </c:pt>
                <c:pt idx="764">
                  <c:v>16651</c:v>
                </c:pt>
                <c:pt idx="765">
                  <c:v>12225</c:v>
                </c:pt>
                <c:pt idx="766">
                  <c:v>198200</c:v>
                </c:pt>
                <c:pt idx="767">
                  <c:v>42736</c:v>
                </c:pt>
                <c:pt idx="768">
                  <c:v>72852</c:v>
                </c:pt>
                <c:pt idx="769">
                  <c:v>12122</c:v>
                </c:pt>
                <c:pt idx="770">
                  <c:v>59122</c:v>
                </c:pt>
                <c:pt idx="771">
                  <c:v>3954</c:v>
                </c:pt>
                <c:pt idx="772">
                  <c:v>92847</c:v>
                </c:pt>
                <c:pt idx="773">
                  <c:v>210141</c:v>
                </c:pt>
                <c:pt idx="774">
                  <c:v>86309</c:v>
                </c:pt>
                <c:pt idx="775">
                  <c:v>178545</c:v>
                </c:pt>
                <c:pt idx="776">
                  <c:v>91076</c:v>
                </c:pt>
                <c:pt idx="777">
                  <c:v>116728</c:v>
                </c:pt>
                <c:pt idx="778">
                  <c:v>64308</c:v>
                </c:pt>
                <c:pt idx="779">
                  <c:v>47618</c:v>
                </c:pt>
                <c:pt idx="780">
                  <c:v>100442</c:v>
                </c:pt>
                <c:pt idx="781">
                  <c:v>7179</c:v>
                </c:pt>
                <c:pt idx="782">
                  <c:v>75706</c:v>
                </c:pt>
                <c:pt idx="783">
                  <c:v>347736</c:v>
                </c:pt>
                <c:pt idx="784">
                  <c:v>321223</c:v>
                </c:pt>
                <c:pt idx="785">
                  <c:v>168647</c:v>
                </c:pt>
                <c:pt idx="786">
                  <c:v>237973</c:v>
                </c:pt>
                <c:pt idx="787">
                  <c:v>72667</c:v>
                </c:pt>
                <c:pt idx="788">
                  <c:v>110900</c:v>
                </c:pt>
                <c:pt idx="789">
                  <c:v>181783</c:v>
                </c:pt>
                <c:pt idx="790">
                  <c:v>56546</c:v>
                </c:pt>
                <c:pt idx="791">
                  <c:v>161565</c:v>
                </c:pt>
                <c:pt idx="792">
                  <c:v>117473</c:v>
                </c:pt>
                <c:pt idx="793">
                  <c:v>61674</c:v>
                </c:pt>
                <c:pt idx="794">
                  <c:v>347159</c:v>
                </c:pt>
                <c:pt idx="795">
                  <c:v>113054</c:v>
                </c:pt>
                <c:pt idx="796">
                  <c:v>80473</c:v>
                </c:pt>
                <c:pt idx="797">
                  <c:v>235461</c:v>
                </c:pt>
                <c:pt idx="798">
                  <c:v>158917</c:v>
                </c:pt>
                <c:pt idx="799">
                  <c:v>40351</c:v>
                </c:pt>
                <c:pt idx="800">
                  <c:v>47545</c:v>
                </c:pt>
                <c:pt idx="801">
                  <c:v>69220</c:v>
                </c:pt>
                <c:pt idx="802">
                  <c:v>102480</c:v>
                </c:pt>
                <c:pt idx="803">
                  <c:v>402957</c:v>
                </c:pt>
                <c:pt idx="804">
                  <c:v>324833</c:v>
                </c:pt>
                <c:pt idx="805">
                  <c:v>429297</c:v>
                </c:pt>
                <c:pt idx="806">
                  <c:v>46255</c:v>
                </c:pt>
                <c:pt idx="807">
                  <c:v>101295</c:v>
                </c:pt>
                <c:pt idx="808">
                  <c:v>193778</c:v>
                </c:pt>
                <c:pt idx="809">
                  <c:v>45270</c:v>
                </c:pt>
                <c:pt idx="810">
                  <c:v>60395</c:v>
                </c:pt>
                <c:pt idx="811">
                  <c:v>83089</c:v>
                </c:pt>
                <c:pt idx="812">
                  <c:v>340750</c:v>
                </c:pt>
                <c:pt idx="813">
                  <c:v>26772</c:v>
                </c:pt>
                <c:pt idx="814">
                  <c:v>285214</c:v>
                </c:pt>
                <c:pt idx="815">
                  <c:v>125483</c:v>
                </c:pt>
                <c:pt idx="816">
                  <c:v>252239</c:v>
                </c:pt>
                <c:pt idx="817">
                  <c:v>173173</c:v>
                </c:pt>
                <c:pt idx="818">
                  <c:v>21554</c:v>
                </c:pt>
                <c:pt idx="819">
                  <c:v>51457</c:v>
                </c:pt>
                <c:pt idx="820">
                  <c:v>21368</c:v>
                </c:pt>
                <c:pt idx="821">
                  <c:v>331893</c:v>
                </c:pt>
                <c:pt idx="822">
                  <c:v>10865</c:v>
                </c:pt>
                <c:pt idx="823">
                  <c:v>91726</c:v>
                </c:pt>
                <c:pt idx="824">
                  <c:v>241145</c:v>
                </c:pt>
                <c:pt idx="825">
                  <c:v>31849</c:v>
                </c:pt>
                <c:pt idx="826">
                  <c:v>34743</c:v>
                </c:pt>
                <c:pt idx="827">
                  <c:v>99371</c:v>
                </c:pt>
                <c:pt idx="828">
                  <c:v>87369</c:v>
                </c:pt>
                <c:pt idx="829">
                  <c:v>101689</c:v>
                </c:pt>
                <c:pt idx="830">
                  <c:v>126051</c:v>
                </c:pt>
                <c:pt idx="831">
                  <c:v>107664</c:v>
                </c:pt>
                <c:pt idx="832">
                  <c:v>42437</c:v>
                </c:pt>
                <c:pt idx="833">
                  <c:v>99559</c:v>
                </c:pt>
                <c:pt idx="834">
                  <c:v>122686</c:v>
                </c:pt>
                <c:pt idx="835">
                  <c:v>31958</c:v>
                </c:pt>
                <c:pt idx="836">
                  <c:v>58707</c:v>
                </c:pt>
                <c:pt idx="837">
                  <c:v>235106</c:v>
                </c:pt>
                <c:pt idx="838">
                  <c:v>258727</c:v>
                </c:pt>
                <c:pt idx="839">
                  <c:v>350934</c:v>
                </c:pt>
                <c:pt idx="840">
                  <c:v>68529</c:v>
                </c:pt>
                <c:pt idx="841">
                  <c:v>269520</c:v>
                </c:pt>
                <c:pt idx="842">
                  <c:v>226417</c:v>
                </c:pt>
                <c:pt idx="843">
                  <c:v>222900</c:v>
                </c:pt>
                <c:pt idx="844">
                  <c:v>164965</c:v>
                </c:pt>
                <c:pt idx="845">
                  <c:v>15571</c:v>
                </c:pt>
                <c:pt idx="846">
                  <c:v>38929</c:v>
                </c:pt>
                <c:pt idx="847">
                  <c:v>86716</c:v>
                </c:pt>
                <c:pt idx="848">
                  <c:v>270821</c:v>
                </c:pt>
                <c:pt idx="849">
                  <c:v>30520</c:v>
                </c:pt>
                <c:pt idx="850">
                  <c:v>93191</c:v>
                </c:pt>
                <c:pt idx="851">
                  <c:v>55802</c:v>
                </c:pt>
                <c:pt idx="852">
                  <c:v>286880</c:v>
                </c:pt>
                <c:pt idx="853">
                  <c:v>239465</c:v>
                </c:pt>
                <c:pt idx="854">
                  <c:v>95992</c:v>
                </c:pt>
                <c:pt idx="855">
                  <c:v>42501</c:v>
                </c:pt>
                <c:pt idx="856">
                  <c:v>60346</c:v>
                </c:pt>
                <c:pt idx="857">
                  <c:v>31117</c:v>
                </c:pt>
                <c:pt idx="858">
                  <c:v>215754</c:v>
                </c:pt>
                <c:pt idx="859">
                  <c:v>66300</c:v>
                </c:pt>
                <c:pt idx="860">
                  <c:v>210619</c:v>
                </c:pt>
                <c:pt idx="861">
                  <c:v>434820</c:v>
                </c:pt>
                <c:pt idx="862">
                  <c:v>90436</c:v>
                </c:pt>
                <c:pt idx="863">
                  <c:v>80260</c:v>
                </c:pt>
                <c:pt idx="864">
                  <c:v>1982</c:v>
                </c:pt>
                <c:pt idx="865">
                  <c:v>37606</c:v>
                </c:pt>
                <c:pt idx="866">
                  <c:v>40275</c:v>
                </c:pt>
                <c:pt idx="867">
                  <c:v>113053</c:v>
                </c:pt>
                <c:pt idx="868">
                  <c:v>51766</c:v>
                </c:pt>
                <c:pt idx="869">
                  <c:v>27919</c:v>
                </c:pt>
                <c:pt idx="870">
                  <c:v>64048</c:v>
                </c:pt>
                <c:pt idx="871">
                  <c:v>138243</c:v>
                </c:pt>
                <c:pt idx="872">
                  <c:v>197422</c:v>
                </c:pt>
                <c:pt idx="873">
                  <c:v>14506</c:v>
                </c:pt>
                <c:pt idx="874">
                  <c:v>200524</c:v>
                </c:pt>
                <c:pt idx="875">
                  <c:v>91718</c:v>
                </c:pt>
                <c:pt idx="876">
                  <c:v>237573</c:v>
                </c:pt>
                <c:pt idx="877">
                  <c:v>47389</c:v>
                </c:pt>
                <c:pt idx="878">
                  <c:v>14210</c:v>
                </c:pt>
                <c:pt idx="879">
                  <c:v>70861</c:v>
                </c:pt>
                <c:pt idx="880">
                  <c:v>358493</c:v>
                </c:pt>
                <c:pt idx="881">
                  <c:v>166614</c:v>
                </c:pt>
                <c:pt idx="882">
                  <c:v>99449</c:v>
                </c:pt>
                <c:pt idx="883">
                  <c:v>25768</c:v>
                </c:pt>
                <c:pt idx="884">
                  <c:v>21572</c:v>
                </c:pt>
                <c:pt idx="885">
                  <c:v>310471</c:v>
                </c:pt>
                <c:pt idx="886">
                  <c:v>13050</c:v>
                </c:pt>
                <c:pt idx="887">
                  <c:v>330496</c:v>
                </c:pt>
                <c:pt idx="888">
                  <c:v>16506</c:v>
                </c:pt>
                <c:pt idx="889">
                  <c:v>181093</c:v>
                </c:pt>
                <c:pt idx="890">
                  <c:v>15062</c:v>
                </c:pt>
                <c:pt idx="891">
                  <c:v>92445</c:v>
                </c:pt>
                <c:pt idx="892">
                  <c:v>292060</c:v>
                </c:pt>
                <c:pt idx="893">
                  <c:v>31247</c:v>
                </c:pt>
                <c:pt idx="894">
                  <c:v>46050</c:v>
                </c:pt>
                <c:pt idx="895">
                  <c:v>64332</c:v>
                </c:pt>
                <c:pt idx="896">
                  <c:v>203289</c:v>
                </c:pt>
                <c:pt idx="897">
                  <c:v>282545</c:v>
                </c:pt>
                <c:pt idx="898">
                  <c:v>25349</c:v>
                </c:pt>
                <c:pt idx="899">
                  <c:v>118857</c:v>
                </c:pt>
                <c:pt idx="900">
                  <c:v>297463</c:v>
                </c:pt>
                <c:pt idx="901">
                  <c:v>148436</c:v>
                </c:pt>
                <c:pt idx="902">
                  <c:v>129501</c:v>
                </c:pt>
                <c:pt idx="903">
                  <c:v>261678</c:v>
                </c:pt>
                <c:pt idx="904">
                  <c:v>40715</c:v>
                </c:pt>
                <c:pt idx="905">
                  <c:v>200969</c:v>
                </c:pt>
                <c:pt idx="906">
                  <c:v>18128</c:v>
                </c:pt>
                <c:pt idx="907">
                  <c:v>109150</c:v>
                </c:pt>
                <c:pt idx="908">
                  <c:v>78848</c:v>
                </c:pt>
                <c:pt idx="909">
                  <c:v>61486</c:v>
                </c:pt>
                <c:pt idx="910">
                  <c:v>30395</c:v>
                </c:pt>
                <c:pt idx="911">
                  <c:v>20876</c:v>
                </c:pt>
                <c:pt idx="912">
                  <c:v>129458</c:v>
                </c:pt>
                <c:pt idx="913">
                  <c:v>3240</c:v>
                </c:pt>
                <c:pt idx="914">
                  <c:v>10626</c:v>
                </c:pt>
                <c:pt idx="915">
                  <c:v>90508</c:v>
                </c:pt>
                <c:pt idx="916">
                  <c:v>59829</c:v>
                </c:pt>
                <c:pt idx="917">
                  <c:v>154958</c:v>
                </c:pt>
                <c:pt idx="918">
                  <c:v>110596</c:v>
                </c:pt>
                <c:pt idx="919">
                  <c:v>62430</c:v>
                </c:pt>
                <c:pt idx="920">
                  <c:v>21497</c:v>
                </c:pt>
                <c:pt idx="921">
                  <c:v>299499</c:v>
                </c:pt>
                <c:pt idx="922">
                  <c:v>91236</c:v>
                </c:pt>
                <c:pt idx="923">
                  <c:v>215005</c:v>
                </c:pt>
                <c:pt idx="924">
                  <c:v>1962</c:v>
                </c:pt>
                <c:pt idx="925">
                  <c:v>11540</c:v>
                </c:pt>
                <c:pt idx="926">
                  <c:v>405226</c:v>
                </c:pt>
                <c:pt idx="927">
                  <c:v>159669</c:v>
                </c:pt>
                <c:pt idx="928">
                  <c:v>23887</c:v>
                </c:pt>
                <c:pt idx="929">
                  <c:v>46629</c:v>
                </c:pt>
                <c:pt idx="930">
                  <c:v>109914</c:v>
                </c:pt>
                <c:pt idx="931">
                  <c:v>39400</c:v>
                </c:pt>
                <c:pt idx="932">
                  <c:v>280189</c:v>
                </c:pt>
                <c:pt idx="933">
                  <c:v>98774</c:v>
                </c:pt>
                <c:pt idx="934">
                  <c:v>122432</c:v>
                </c:pt>
                <c:pt idx="935">
                  <c:v>76278</c:v>
                </c:pt>
                <c:pt idx="936">
                  <c:v>132438</c:v>
                </c:pt>
                <c:pt idx="937">
                  <c:v>217109</c:v>
                </c:pt>
                <c:pt idx="938">
                  <c:v>47743</c:v>
                </c:pt>
                <c:pt idx="939">
                  <c:v>127544</c:v>
                </c:pt>
                <c:pt idx="940">
                  <c:v>321188</c:v>
                </c:pt>
                <c:pt idx="941">
                  <c:v>84954</c:v>
                </c:pt>
                <c:pt idx="942">
                  <c:v>40383</c:v>
                </c:pt>
                <c:pt idx="943">
                  <c:v>374936</c:v>
                </c:pt>
                <c:pt idx="944">
                  <c:v>162554</c:v>
                </c:pt>
                <c:pt idx="945">
                  <c:v>191143</c:v>
                </c:pt>
                <c:pt idx="946">
                  <c:v>8322</c:v>
                </c:pt>
                <c:pt idx="947">
                  <c:v>473144</c:v>
                </c:pt>
                <c:pt idx="948">
                  <c:v>311126</c:v>
                </c:pt>
                <c:pt idx="949">
                  <c:v>237978</c:v>
                </c:pt>
                <c:pt idx="950">
                  <c:v>195601</c:v>
                </c:pt>
                <c:pt idx="951">
                  <c:v>55976</c:v>
                </c:pt>
                <c:pt idx="952">
                  <c:v>212253</c:v>
                </c:pt>
                <c:pt idx="953">
                  <c:v>75416</c:v>
                </c:pt>
                <c:pt idx="954">
                  <c:v>76855</c:v>
                </c:pt>
                <c:pt idx="955">
                  <c:v>126134</c:v>
                </c:pt>
                <c:pt idx="956">
                  <c:v>301284</c:v>
                </c:pt>
                <c:pt idx="957">
                  <c:v>146075</c:v>
                </c:pt>
                <c:pt idx="958">
                  <c:v>34620</c:v>
                </c:pt>
                <c:pt idx="959">
                  <c:v>301321</c:v>
                </c:pt>
                <c:pt idx="960">
                  <c:v>85329</c:v>
                </c:pt>
                <c:pt idx="961">
                  <c:v>223298</c:v>
                </c:pt>
                <c:pt idx="962">
                  <c:v>154238</c:v>
                </c:pt>
                <c:pt idx="963">
                  <c:v>79157</c:v>
                </c:pt>
                <c:pt idx="964">
                  <c:v>280228</c:v>
                </c:pt>
                <c:pt idx="965">
                  <c:v>37727</c:v>
                </c:pt>
                <c:pt idx="966">
                  <c:v>98255</c:v>
                </c:pt>
                <c:pt idx="967">
                  <c:v>219796</c:v>
                </c:pt>
                <c:pt idx="968">
                  <c:v>31739</c:v>
                </c:pt>
                <c:pt idx="969">
                  <c:v>6977</c:v>
                </c:pt>
                <c:pt idx="970">
                  <c:v>39956</c:v>
                </c:pt>
                <c:pt idx="971">
                  <c:v>431464</c:v>
                </c:pt>
                <c:pt idx="972">
                  <c:v>485668</c:v>
                </c:pt>
                <c:pt idx="973">
                  <c:v>37135</c:v>
                </c:pt>
                <c:pt idx="974">
                  <c:v>140731</c:v>
                </c:pt>
                <c:pt idx="975">
                  <c:v>25737</c:v>
                </c:pt>
                <c:pt idx="976">
                  <c:v>115969</c:v>
                </c:pt>
                <c:pt idx="977">
                  <c:v>267400</c:v>
                </c:pt>
                <c:pt idx="978">
                  <c:v>82568</c:v>
                </c:pt>
                <c:pt idx="979">
                  <c:v>30399</c:v>
                </c:pt>
                <c:pt idx="980">
                  <c:v>468522</c:v>
                </c:pt>
                <c:pt idx="981">
                  <c:v>54040</c:v>
                </c:pt>
                <c:pt idx="982">
                  <c:v>144755</c:v>
                </c:pt>
                <c:pt idx="983">
                  <c:v>100553</c:v>
                </c:pt>
                <c:pt idx="984">
                  <c:v>3375</c:v>
                </c:pt>
                <c:pt idx="985">
                  <c:v>136560</c:v>
                </c:pt>
                <c:pt idx="986">
                  <c:v>34690</c:v>
                </c:pt>
                <c:pt idx="987">
                  <c:v>93056</c:v>
                </c:pt>
                <c:pt idx="988">
                  <c:v>21820</c:v>
                </c:pt>
                <c:pt idx="989">
                  <c:v>105461</c:v>
                </c:pt>
                <c:pt idx="990">
                  <c:v>313520</c:v>
                </c:pt>
                <c:pt idx="991">
                  <c:v>357008</c:v>
                </c:pt>
                <c:pt idx="992">
                  <c:v>36397</c:v>
                </c:pt>
                <c:pt idx="993">
                  <c:v>37930</c:v>
                </c:pt>
                <c:pt idx="994">
                  <c:v>398904</c:v>
                </c:pt>
                <c:pt idx="995">
                  <c:v>318650</c:v>
                </c:pt>
                <c:pt idx="996">
                  <c:v>92273</c:v>
                </c:pt>
                <c:pt idx="997">
                  <c:v>116744</c:v>
                </c:pt>
                <c:pt idx="998">
                  <c:v>25911</c:v>
                </c:pt>
                <c:pt idx="999">
                  <c:v>202445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E9-4475-A7AD-191E3E75D4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2677D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2677D"/>
                    </a:solidFill>
                    <a:latin typeface="Arial"/>
                  </a:rPr>
                  <a:t>Quantity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2677D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2677D"/>
                    </a:solidFill>
                    <a:latin typeface="Arial"/>
                  </a:rPr>
                  <a:t>Total Sales (₹)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67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Monthly Sales Trend (₹M)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18ABE"/>
            </a:solidFill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10.91</c:v>
                </c:pt>
                <c:pt idx="1">
                  <c:v>11.51</c:v>
                </c:pt>
                <c:pt idx="2">
                  <c:v>13.06</c:v>
                </c:pt>
                <c:pt idx="3">
                  <c:v>12.22</c:v>
                </c:pt>
                <c:pt idx="4">
                  <c:v>10.98</c:v>
                </c:pt>
                <c:pt idx="5">
                  <c:v>12.91</c:v>
                </c:pt>
                <c:pt idx="6">
                  <c:v>11.75</c:v>
                </c:pt>
                <c:pt idx="7">
                  <c:v>9.4499999999999993</c:v>
                </c:pt>
                <c:pt idx="8">
                  <c:v>9.18</c:v>
                </c:pt>
                <c:pt idx="9">
                  <c:v>12.5</c:v>
                </c:pt>
                <c:pt idx="10">
                  <c:v>12.63</c:v>
                </c:pt>
                <c:pt idx="11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26-4334-9EB8-F91473FCF2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Top 5 Products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45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25.4</c:v>
                </c:pt>
                <c:pt idx="1">
                  <c:v>25.3</c:v>
                </c:pt>
                <c:pt idx="2">
                  <c:v>25</c:v>
                </c:pt>
                <c:pt idx="3">
                  <c:v>22.2</c:v>
                </c:pt>
                <c:pt idx="4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1-4C37-961B-F4E23FA11B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Category-wise Sales (₹M)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18A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50.8</c:v>
                </c:pt>
                <c:pt idx="1">
                  <c:v>25</c:v>
                </c:pt>
                <c:pt idx="2">
                  <c:v>22.2</c:v>
                </c:pt>
                <c:pt idx="3">
                  <c:v>21.5</c:v>
                </c:pt>
                <c:pt idx="4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2A-449C-8657-6DC119F828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City-wise Sales (₹M)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45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Hyderabad</c:v>
                </c:pt>
                <c:pt idx="5">
                  <c:v>Delhi</c:v>
                </c:pt>
                <c:pt idx="6">
                  <c:v>Pune</c:v>
                </c:pt>
                <c:pt idx="7">
                  <c:v>Gaya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19.3</c:v>
                </c:pt>
                <c:pt idx="1">
                  <c:v>18.899999999999999</c:v>
                </c:pt>
                <c:pt idx="2">
                  <c:v>18.8</c:v>
                </c:pt>
                <c:pt idx="3">
                  <c:v>18.8</c:v>
                </c:pt>
                <c:pt idx="4">
                  <c:v>17.2</c:v>
                </c:pt>
                <c:pt idx="5">
                  <c:v>16.100000000000001</c:v>
                </c:pt>
                <c:pt idx="6">
                  <c:v>14.5</c:v>
                </c:pt>
                <c:pt idx="7">
                  <c:v>14.4</c:v>
                </c:pt>
                <c:pt idx="8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E3-42A0-8DDB-91F2133F6F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Gender-wise Sales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45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9B-4350-98F2-296643CB1373}"/>
              </c:ext>
            </c:extLst>
          </c:dPt>
          <c:dPt>
            <c:idx val="1"/>
            <c:bubble3D val="0"/>
            <c:spPr>
              <a:solidFill>
                <a:srgbClr val="018A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9B-4350-98F2-296643CB137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9B-4350-98F2-296643CB137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9B-4350-98F2-296643CB137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66.900000000000006</c:v>
                </c:pt>
                <c:pt idx="1">
                  <c:v>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9B-4350-98F2-296643CB13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2677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02457A"/>
                </a:solidFill>
                <a:latin typeface="Calibri"/>
              </a:defRPr>
            </a:pPr>
            <a:r>
              <a:rPr lang="en-IN" sz="900" b="1" i="0" u="none" strike="noStrike">
                <a:solidFill>
                  <a:srgbClr val="02457A"/>
                </a:solidFill>
                <a:latin typeface="Calibri"/>
              </a:rPr>
              <a:t>Age Group Analysis (₹M)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18A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1B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22.3</c:v>
                </c:pt>
                <c:pt idx="1">
                  <c:v>29.6</c:v>
                </c:pt>
                <c:pt idx="2">
                  <c:v>28</c:v>
                </c:pt>
                <c:pt idx="3">
                  <c:v>28.2</c:v>
                </c:pt>
                <c:pt idx="4">
                  <c:v>27.7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0-40F8-808B-1449AA397E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67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58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openxmlformats.org/officeDocument/2006/relationships/chart" Target="../charts/chart12.xml"/><Relationship Id="rId7" Type="http://schemas.openxmlformats.org/officeDocument/2006/relationships/chart" Target="../charts/chart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3584448"/>
            <a:ext cx="237744" cy="987552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68112" y="3090672"/>
            <a:ext cx="237744" cy="1481328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815584" y="3337560"/>
            <a:ext cx="237744" cy="1234440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63056" y="2761488"/>
            <a:ext cx="237744" cy="1810512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10528" y="3008376"/>
            <a:ext cx="237744" cy="1563624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0" y="2432304"/>
            <a:ext cx="237744" cy="2139696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05472" y="2679192"/>
            <a:ext cx="237744" cy="1892808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52944" y="2103120"/>
            <a:ext cx="237744" cy="2468880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900416" y="2350008"/>
            <a:ext cx="237744" cy="2221992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47888" y="1773936"/>
            <a:ext cx="237744" cy="2798064"/>
          </a:xfrm>
          <a:prstGeom prst="rect">
            <a:avLst/>
          </a:prstGeom>
          <a:solidFill>
            <a:srgbClr val="018ABE"/>
          </a:solidFill>
          <a:ln w="12700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Chart 0"/>
          <p:cNvGraphicFramePr/>
          <p:nvPr/>
        </p:nvGraphicFramePr>
        <p:xfrm>
          <a:off x="4937760" y="1097280"/>
          <a:ext cx="3840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188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 &amp; Business Intelligence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651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using SQL &amp; Power BI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Singh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01/10/2026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1673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1247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383280" y="12070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167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59352" y="11247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Analysis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051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172200" y="12070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1673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48272" y="11247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Analysis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1965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94360" y="21214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2231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70432" y="20391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Analysis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46120" y="1965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3383280" y="21214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223113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959352" y="20391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Demographic Analysis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35040" y="1965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172200" y="21214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231136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48272" y="20391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57200" y="2880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3145536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70432" y="29535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3246120" y="2880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3383280" y="30358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3145536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959352" y="29535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6035040" y="2880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6172200" y="3035808"/>
            <a:ext cx="457200" cy="457200"/>
          </a:xfrm>
          <a:prstGeom prst="ellipse">
            <a:avLst/>
          </a:prstGeom>
          <a:solidFill>
            <a:srgbClr val="02457A"/>
          </a:solidFill>
          <a:ln w="1270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1928" y="3145536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748272" y="29535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1B48"/>
          </a:solidFill>
          <a:ln w="635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9"/>
          <p:cNvSpPr txBox="1"/>
          <p:nvPr/>
        </p:nvSpPr>
        <p:spPr>
          <a:xfrm>
            <a:off x="594360" y="4005072"/>
            <a:ext cx="7955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analysis is to uncover patterns, trends and relationships in the sales data and translate them into meaningful business insights.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₹13.94 Cr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91440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212848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unique Order IDs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91440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877056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9824" y="91440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541264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/ Order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₹1,39,399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₹1,08,594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14032" y="91440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205472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₹25,487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orders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51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Month: Mar — ₹13.06M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Month: Dec — 98 orders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Sales Month: Sep — ₹9.18M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Sales: ₹1,39,399 per order; ₹11.62M per month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2860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Observations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697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12 months sit above the monthly average (Mar, Apr, Jun, Jul, Oct, Nov, Dec).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range from ₹9.18M to ₹13.06M — a spread of ₹3.88M.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(₹1,39,399) is above the median (₹1,08,594), so a smaller set of large orders lifts the average.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includes 5 orders dated 01-Jan-2026 (month grouping by name, as in the SQL). Orders = row count; 8 Order IDs repeat.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96012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30352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 ₹13.06M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0" y="40690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1901952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 ₹9.18M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0690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273552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increase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Sep→Oct  +₹3.32M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40690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645152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decrease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Jul→Aug  −₹2.30M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914400"/>
            <a:ext cx="2651760" cy="3794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617220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32588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rose from Feb to Mar, then eased in Apr–May.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fall was Jul→Aug; Sep was the low point, followed by a rebound in Oct.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had the fewest orders (75) and Sep the lowest avg sales/order (₹116.2K).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is associated with fewer orders and smaller baskets; the data cannot confirm a definitive cause.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Order Volume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663440" y="9144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960120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09160" y="960120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01B48"/>
          </a:solidFill>
          <a:ln w="635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594360" y="3730752"/>
            <a:ext cx="7955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has the lowest order count (75) and Sep is also low (79); these are the two lowest sales months, so low order volume accompanies the dip. The link is only moderate overall (monthly r = 0.46): Dec has the most orders (98) but average sales per order of ₹125.5K, so its sales (₹12.30M) stay below Mar (₹13.06M), which had 89 orders at ₹146.7K each.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960120"/>
          <a:ext cx="48463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806440" y="96012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Highest-selling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 ₹25.44M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 of sales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184708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806440" y="1892808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6 products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  ₹19.84M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 of sales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2779776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806440" y="28254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contribution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₹119.56M of ₹139.40M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01B48"/>
          </a:solidFill>
          <a:ln w="635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94360" y="386791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6 products, so the top 5 cover 85.8% of sales. Sales are spread fairly evenly: every product contributes between 14.2% and 18.3%, and Laptop, Mobile and Book are within ₹0.41M of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Sales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389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96012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9144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1"/>
          <p:cNvGraphicFramePr/>
          <p:nvPr/>
        </p:nvGraphicFramePr>
        <p:xfrm>
          <a:off x="5074920" y="960120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1B48"/>
          </a:solidFill>
          <a:ln w="635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594360" y="395935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generated the highest total sales with ₹50.78M (36.4%). It holds two products (Laptop, Mobile), each close to the single-product categories. Grocery has the highest average unit price (₹26,360); Education the lowest (₹24,747).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Customer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City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16152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66928" y="3931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Patna: highest sales ₹19.29M (13.8%)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Patna: most orders (135). Pune and Gaya contribute least (10.4%, 10.3%). UNKNOWN = 13 orders with no city.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Customer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10" name="Chart 1"/>
          <p:cNvGraphicFramePr/>
          <p:nvPr/>
        </p:nvGraphicFramePr>
        <p:xfrm>
          <a:off x="4709160" y="1216152"/>
          <a:ext cx="39319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4663440" y="31089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4736592" y="313639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/ Order — Male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₹1,41,807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35040" y="31089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6108192" y="313639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/ Order — Female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₹1,36,883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406640" y="31089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7479792" y="313639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 yrs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023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is the top age group (₹29.63M, 219 orders). Age is missing for 20 orders, excluded from age figures (SQL average with zero-filled ages: 40.5).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 &amp;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941832"/>
          <a:ext cx="39319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144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1"/>
          <p:cNvGraphicFramePr/>
          <p:nvPr/>
        </p:nvGraphicFramePr>
        <p:xfrm>
          <a:off x="4709160" y="941832"/>
          <a:ext cx="39319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291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54864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vs Total Sales   </a:t>
            </a: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46120" y="3291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333756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Total Sales   </a:t>
            </a: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3291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D6E8EE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61264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Total Sales   </a:t>
            </a: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913632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001B48"/>
          </a:solidFill>
          <a:ln w="635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594360" y="3986784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Insight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was calculated on all 1,000 orders: unit price (0.69) and quantity (0.65) both show a moderate positive relationship with order sales, while age shows none (0.00). Total Sales equals Quantity × Unit Price in this data, so these two links follow from how sales is built. Correlation here does not imply causation.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68503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What is the total sales?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₹139.40M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is the total number of orders?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What is the total quantity sold?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What is the average sales per order?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₹1,39,399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What are the monthly sales?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SUM(), 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₹9.18M (low) to Mar ₹13.06M (high)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Top 5 products by sales?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BY, ORDER BY,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Mobile, Book, Rice, Chair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Which category has the highest sales?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SUM(), ORDER BY,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— ₹50.78M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Which city has the highest sales?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SUM(), ORDER BY,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 — ₹19.29M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Which gender has higher avg sales per order?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SUM()/COUNT(), 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— ₹1,41,807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Which category has the highest avg unit price?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AVG(), ORDER BY,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— ₹26,360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Which products have sales above the overall average?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 + Subquery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 of 988 product–customer groups exceed ₹1,39,399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 What % of sales comes from the top 5 products?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4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 ÷ total (derived)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1B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 (₹119.56M)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0992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 from 1,000 orders; average order ₹1,39,399, median ₹1,08,594.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69748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70992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Mar (₹13.06M), low in Sep (₹9.18M); biggest rebound Sep→Oct.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0060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70992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leads at ₹25.44M; Shoes is lowest at ₹19.84M.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90372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0992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with ₹50.78M (36.4%); Grocery has the highest avg unit price.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Performance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 in sales (₹19.29M) and orders (135); Gaya is the lowest named city.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Demographic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average ₹1,41,807 per order; 26-35 is the top age group.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17220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8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 Contribution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630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give 85.8% of sales; each product sits in a 14.2%–18.3% band.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001B48"/>
          </a:solidFill>
          <a:ln w="12700">
            <a:solidFill>
              <a:srgbClr val="001B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82880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8288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502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3152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2457A"/>
          </a:solidFill>
          <a:ln w="9525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46888" y="7589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01/01/2025 – 01/01/2026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1389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61848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2457A"/>
          </a:solidFill>
          <a:ln w="9525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46888" y="1645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" y="2276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505456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2457A"/>
          </a:solidFill>
          <a:ln w="9525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46888" y="2532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" y="3163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392424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2457A"/>
          </a:solidFill>
          <a:ln w="9525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46888" y="34198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279392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2457A"/>
          </a:solidFill>
          <a:ln w="9525">
            <a:solidFill>
              <a:srgbClr val="018A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46888" y="43068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6400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901952" y="658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6400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273552" y="658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6400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645152" y="658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6400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016752" y="658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Sales/Order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₹1,39,399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6400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388352" y="658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₹25,487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137160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31" name="Chart 0"/>
          <p:cNvGraphicFramePr/>
          <p:nvPr/>
        </p:nvGraphicFramePr>
        <p:xfrm>
          <a:off x="1828800" y="137160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4160520" y="137160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33" name="Chart 1"/>
          <p:cNvGraphicFramePr/>
          <p:nvPr/>
        </p:nvGraphicFramePr>
        <p:xfrm>
          <a:off x="4160520" y="137160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Shape 30"/>
          <p:cNvSpPr/>
          <p:nvPr/>
        </p:nvSpPr>
        <p:spPr>
          <a:xfrm>
            <a:off x="6492240" y="137160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35" name="Chart 2"/>
          <p:cNvGraphicFramePr/>
          <p:nvPr/>
        </p:nvGraphicFramePr>
        <p:xfrm>
          <a:off x="6492240" y="137160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Shape 31"/>
          <p:cNvSpPr/>
          <p:nvPr/>
        </p:nvSpPr>
        <p:spPr>
          <a:xfrm>
            <a:off x="1828800" y="310896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37" name="Chart 3"/>
          <p:cNvGraphicFramePr/>
          <p:nvPr/>
        </p:nvGraphicFramePr>
        <p:xfrm>
          <a:off x="1828800" y="310896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Shape 32"/>
          <p:cNvSpPr/>
          <p:nvPr/>
        </p:nvSpPr>
        <p:spPr>
          <a:xfrm>
            <a:off x="4160520" y="310896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39" name="Chart 4"/>
          <p:cNvGraphicFramePr/>
          <p:nvPr/>
        </p:nvGraphicFramePr>
        <p:xfrm>
          <a:off x="4160520" y="310896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Shape 33"/>
          <p:cNvSpPr/>
          <p:nvPr/>
        </p:nvSpPr>
        <p:spPr>
          <a:xfrm>
            <a:off x="6492240" y="310896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8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1" name="Chart 5"/>
          <p:cNvGraphicFramePr/>
          <p:nvPr/>
        </p:nvGraphicFramePr>
        <p:xfrm>
          <a:off x="6492240" y="310896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 across 1,000 orders; ₹1,39,399 per order.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800600" y="10972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Mar, low Sep; Aug–Sep dip coincides with low order counts and smaller average orders.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/ category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and Electronics lead; top 5 products give 85.8%.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00600" y="20116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Highest-performing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— ₹19.29M and 135 orders.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94360" y="29260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findings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avg order is higher; 26-35 is the top age group; age shows no link to sales.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2457A"/>
          </a:solidFill>
          <a:ln w="6350">
            <a:solidFill>
              <a:srgbClr val="024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800600" y="29260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SQL-driven insights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questions answered with aggregation, grouping, HAVING and subqueries.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7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Power BI were used to transform sales data into actionable business insights through exploratory analysis and visualization.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Microsoft Office PowerPoint</Application>
  <PresentationFormat>On-screen Show (16:9)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&amp; Business Intelligence</dc:title>
  <dc:subject>PptxGenJS Presentation</dc:subject>
  <dc:creator>Shyam Singh</dc:creator>
  <cp:lastModifiedBy>Rahul saini</cp:lastModifiedBy>
  <cp:revision>2</cp:revision>
  <dcterms:created xsi:type="dcterms:W3CDTF">2026-10-01T03:37:59Z</dcterms:created>
  <dcterms:modified xsi:type="dcterms:W3CDTF">2026-10-01T03:40:54Z</dcterms:modified>
</cp:coreProperties>
</file>